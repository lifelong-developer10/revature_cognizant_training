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5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60"/>
  </p:normalViewPr>
  <p:slideViewPr>
    <p:cSldViewPr snapToGrid="0">
      <p:cViewPr varScale="1">
        <p:scale>
          <a:sx n="79" d="100"/>
          <a:sy n="79" d="100"/>
        </p:scale>
        <p:origin x="3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8:32:35.896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0 6553,'0'0'0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8:32:44.377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6553,'0'0'0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8:28:47.49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1119 79 9830,'0'2'54,"-1"-1"0,0 1-1,1 0 1,-1 0 0,0-1-1,0 1 1,0-1 0,-1 1 0,1-1-1,0 1 1,0-1 0,-1 0-1,1 0 1,-1 0 0,1 1 0,-4 0-1,-30 17 445,-59 14 597,73-28-864,0 2 1,1 0-1,0 1 1,-37 22-1,-2 5 588,59-31-446,9-1-169,11-2 38,-16-2-190,0 0 0,-1 0-1,1 0 1,-1 0-1,1-1 1,-1 1 0,0-1-1,6-4 1,-8 5-35,0 1 0,0-1 0,0 1 0,0-1 0,-1 1 0,1-1 0,0 0 0,0 1 0,-1-1 0,1 0 0,0 0 0,-1 0 0,1 1-1,-1-1 1,1 0 0,-1 0 0,0 0 0,1 0 0,-1 0 0,0 0 0,0 0 0,0 0 0,1 0 0,-1 0 0,0 0 0,0 0 0,0 0 0,-1 0 0,1 0 0,0 0 0,0 0 0,0 0 0,-1 0 0,1 0 0,-1 0 0,0-1 0,1 2-6,0 0 0,0-1 0,0 1 1,-1 0-1,1-1 0,0 1 0,0 0 1,-1-1-1,1 1 0,0 0 0,-1-1 1,1 1-1,0 0 0,-1 0 0,1-1 1,-1 1-1,1 0 0,0 0 0,-1 0 1,1 0-1,-1 0 0,1 0 0,0 0 0,-1-1 1,1 1-1,-1 0 0,1 0 0,0 0 1,-1 1-1,1-1 0,-1 0 0,1 0 1,-1 0-1,1 0 0,0 0 0,-1 0 1,1 1-1,-1-1 0,1 0 0,0 0 1,-1 1-1,1-1 0,0 0 0,-1 0 1,1 1-1,0-1 0,0 0 0,-1 1 1,1-1-1,0 0 0,0 1 0,0-1 1,-1 1-1,1-1 0,0 0 0,0 1 1,0-1-1,0 1 0,0-1 0,0 0 1,0 1-1,0-1 0,0 1 0,0 0 1,1 9 444,10-21-6,-6 0-497,0-1 0,0 0 0,-1 0 0,-1-1 0,0 1 0,0-1 0,-1 1 0,-1-1 0,-1 0 0,0-13 0,-4 10 147,-4 17 84,-5 26 79,9-6-152,0 0 1,1 0-1,2 0 1,0 0-1,1 0 1,1 0-1,7 37 0,-8-57-99,0 0-1,0 0 0,0 0 0,1 0 0,-1 0 0,0 0 0,1-1 0,-1 1 0,1 0 0,-1 0 0,1 0 0,-1 0 0,1-1 0,0 1 0,-1 0 0,1 0 0,0-1 0,0 1 0,-1-1 0,1 1 0,2 0 0,-3-1-7,1 0 1,0 0 0,0 0-1,-1 0 1,1 0-1,0 0 1,0-1 0,-1 1-1,1 0 1,0 0-1,0-1 1,-1 1 0,1-1-1,0 1 1,-1 0-1,1-1 1,-1 1 0,1-1-1,0 0 1,0 0-1,2-4-33,1 1-1,-1 0 1,0-1-1,-1 0 1,1 0 0,2-6-1,-4 5-4,1 0 0,-1 0 1,0 0-1,0 0 0,-1 0 0,0-7 0,0 12 40,0-1 0,0 1 0,0-1-1,0 1 1,0-1 0,0 1-1,-1-1 1,1 1 0,0 0 0,-1-1-1,0 1 1,1-1 0,-1 1-1,0 0 1,1 0 0,-1-1 0,0 1-1,0 0 1,0 0 0,0 0-1,0 0 1,0 0 0,0 0 0,-1 0-1,1 1 1,0-1 0,-1 0-1,1 1 1,0-1 0,-3 0 0,3 1 3,0 0 0,0 0 0,-1 0 0,1 1 0,0-1 0,0 0 0,0 1 0,0-1 0,0 1 0,-1-1 0,1 1 0,0 0 0,0-1 1,0 1-1,1 0 0,-1 0 0,0 0 0,0-1 0,0 1 0,0 0 0,1 0 0,-1 0 0,1 0 0,-1 1 0,0-1 0,1 0 0,0 0 1,-1 0-1,1 0 0,0 0 0,0 1 0,-1 1 0,0 1 17,0 1 0,1-1 0,-1 0 0,1 1 0,0-1 0,0 1 0,1 8 0,-1-11-15,1 0-1,-1 0 1,1 0-1,-1 0 1,1-1-1,0 1 1,0 0-1,0 0 1,0 0 0,0-1-1,0 1 1,1 0-1,-1-1 1,0 1-1,1-1 1,-1 1-1,1-1 1,0 0-1,-1 0 1,1 0 0,0 0-1,0 0 1,0 0-1,0 0 1,0 0-1,0-1 1,0 1-1,0-1 1,0 0 0,0 1-1,0-1 1,0 0-1,0 0 1,0 0-1,0-1 1,0 1-1,0 0 1,0-1 0,3 0-1,1-1-31,-1-1 1,1 1-1,-1-1 1,0 1-1,0-1 0,0-1 1,0 1-1,0-1 0,-1 0 1,1 0-1,-1 0 1,6-9-1,-4 2-53,0 0 1,-1 1 0,0-2-1,-1 1 1,0 0-1,4-24 1,-7 31 71,0 0 0,-1 0 0,1 1-1,-1-1 1,1 0 0,-1 0 0,0 0 0,-1 0 0,1 0 0,-1 0 0,1 1 0,-1-1-1,0 0 1,-1 0 0,1 1 0,-1-1 0,1 1 0,-1-1 0,0 1 0,-1 0 0,1 0-1,0 0 1,-1 0 0,0 0 0,-3-3 0,-7 1 104,0 0-1,0 0 1,-1 2 0,1 0 0,-1 0-1,0 1 1,0 1 0,0 0 0,-26 2-1,7-1 13,-83-1 357,1 5 0,-162 26 0,263-28-410,-1 1 1,1 0-1,0 1 0,0 1 1,-20 9-1,30-12-38,0 0-1,1 1 0,-1-1 0,1 1 0,-1 0 1,1 0-1,0 0 0,0 0 0,1 1 0,-1-1 1,1 1-1,-1 0 0,1-1 0,0 1 0,1 0 1,-1 0-1,1 0 0,-1 1 0,1-1 1,1 0-1,-1 0 0,0 6 0,1-3 44,0 1-1,0 0 1,1 0-1,0-1 1,0 1 0,1 0-1,0-1 1,0 1-1,1-1 1,0 0-1,7 13 1,-2-8 14,0 0-1,1-1 1,0 0 0,0 0 0,1-1-1,13 10 1,-1-3 7,1-1-1,1-1 1,1-1 0,0-1 0,0-1-1,29 9 1,-26-13 11,1-1-1,-1-2 1,1 0 0,0-2 0,0-1-1,1-2 1,-1 0 0,53-9-1,-78 8-106,-1 0-1,1 0 0,-1 0 0,1 0 0,-1-1 0,0 1 0,0-1 1,0 0-1,1 0 0,-2 0 0,1-1 0,0 1 0,0 0 0,-1-1 1,1 0-1,-1 0 0,0 0 0,0 0 0,0 0 0,0 0 1,-1 0-1,1-1 0,-1 1 0,0-1 0,0 1 0,0-1 0,0 1 1,0-1-1,-1-3 0,1 1-26,-1 1-1,0-1 1,0 1 0,0-1-1,-1 1 1,0-1 0,0 1-1,0-1 1,-1 1 0,0 0 0,0 0-1,0 0 1,0 0 0,-1 0-1,0 0 1,0 1 0,0-1-1,-8-7 1,-2 2 62,0 1 0,-1 0-1,0 0 1,0 2 0,-1 0-1,0 0 1,0 2 0,-31-8 0,3 4 22,0 1 0,-48-1 0,66 7-30,10 1-3,-1-1 1,1 2-1,-1 0 1,1 1-1,-21 4 0,32-4-9,1-1-1,-1 2 1,1-1-1,0 0 1,0 1-1,-1-1 1,1 1-1,0 0 1,0 0-1,1 0 1,-1 1-1,0-1 0,1 1 1,-1-1-1,1 1 1,0 0-1,0 0 1,0 0-1,0 0 1,1 0-1,-1 0 1,1 1-1,0-1 0,-1 1 1,2-1-1,-1 0 1,0 1-1,0 4 1,0 2 6,0 0 0,1 1 1,0-1-1,1 0 0,0 0 1,0 0-1,1-1 0,0 1 1,1 0-1,0 0 1,0-1-1,1 0 0,0 0 1,12 17-1,-11-19-2,1 0 0,0 0 0,0-1 0,1 0 0,0 0 0,0-1 0,0 0 0,1 0 0,-1-1 0,1 0 0,0 0 0,1 0 1,-1-1-1,0-1 0,1 1 0,0-1 0,11 1 0,-1-1 11,0 0-1,0-1 1,-1-1 0,1 0 0,0-2-1,23-4 1,-37 5-47,0 0 0,0 0 0,0-1 0,0 0-1,-1 0 1,1-1 0,0 1 0,-1-1 0,0 0-1,0 0 1,0 0 0,0-1 0,0 1 0,0-1-1,-1 0 1,0 0 0,0 0 0,0-1 0,0 1 0,-1-1-1,0 1 1,1-1 0,-2 0 0,1 0 0,-1 0-1,1 0 1,-1-6 0,0 8 8,0-1-1,-1 0 1,1 0 0,-1 0 0,0 0-1,0 1 1,0-1 0,-1 0-1,0 0 1,1 0 0,-1 1 0,0-1-1,-1 0 1,1 1 0,-1-1-1,0 1 1,0-1 0,0 1-1,0 0 1,0 0 0,-1 0 0,1 0-1,-1 0 1,0 0 0,-4-3-1,0 3 29,1 0-1,-1 0 0,1 0 1,-1 1-1,0 0 0,0 0 1,0 0-1,0 1 0,0 1 1,0-1-1,-1 1 0,1 0 1,-8 1-1,12-1-3,1 1 0,-1-1 0,1 0 0,-1 1 0,1-1-1,-1 1 1,1 0 0,0 0 0,-1 0 0,1 0 0,0 1 0,-4 1 0,6-2-4,0-1-1,0 0 1,0 0 0,0 0 0,-1 1-1,1-1 1,0 0 0,0 0-1,0 1 1,0-1 0,0 0-1,0 0 1,-1 1 0,1-1-1,0 0 1,0 0 0,0 1-1,0-1 1,0 0 0,0 1-1,0-1 1,0 0 0,0 0-1,1 1 1,-1-1 0,0 0 0,0 0-1,0 1 1,0-1 0,0 0-1,0 0 1,0 1 0,1-1-1,-1 0 1,0 0 0,0 1-1,20 8 34,8-5 4,0 0 0,0-2-1,31-1 1,-32-1 56,-65-2-23,-68 1 26,98 1-88,0 1-1,1 0 1,-1 1-1,0 0 0,1 0 1,-1 0-1,1 1 0,0 0 1,0 0-1,-12 8 1,17-9-7,0-1 0,0 0 1,0 1-1,0-1 0,1 1 1,-1-1-1,0 1 0,1 0 1,-1 0-1,1 0 0,0 0 1,0 0-1,0 0 0,0 0 1,0 0-1,0 1 0,0-1 1,1 0-1,-1 0 0,1 1 1,-1-1-1,1 0 0,0 1 1,0-1-1,0 0 0,0 1 1,1-1-1,0 4 0,1-2 6,0 0-1,0 0 0,0-1 0,1 1 0,-1-1 0,1 0 0,0 1 0,0-1 0,0 0 0,0-1 0,1 1 0,-1-1 0,8 5 0,-17-4 76,-16-1-43,-26-2 8,42-1-41,0 1-1,1 0 0,-1 0 0,1 1 0,-1 0 1,1 0-1,-1 0 0,1 0 0,-1 1 0,1 0 1,0 0-1,0 0 0,-8 6 0,9-5-1,1 0 0,0 0 0,0 1 0,1-1 0,-1 1 0,1 0 0,-1 0 0,1 0 0,0 0 0,1 0 1,-1 0-1,1 1 0,0-1 0,0 0 0,0 1 0,0-1 0,1 8 0,-1-7-1,1-1 1,-1 1 0,1-1 0,0 1-1,1-1 1,-1 1 0,1-1 0,0 1-1,0-1 1,0 0 0,1 0-1,-1 1 1,1-1 0,0 0 0,1 0-1,-1-1 1,6 8 0,-4-8 1,0 1 0,0-1 0,0 0 0,1 0 0,0-1 0,0 0 0,-1 1 0,1-1 1,1-1-1,-1 1 0,0-1 0,0 0 0,0 0 0,11 0 0,78-1 98,-282-6 174,187 6-280,0 0 1,-1 0 0,1 0 0,0 0-1,0 0 1,0 0 0,0-1-1,-1 1 1,1 0 0,0-1 0,0 1-1,0-1 1,0 1 0,0-1-1,0 1 1,0-1 0,0 1 0,0-1-1,0 0 1,0 0 0,1 0-1,-1 1 1,0-1 0,0 0 0,1 0-1,-1-1 1,1 0-17,0 1 0,0-1 0,0 1-1,0 0 1,0-1 0,1 1 0,-1-1 0,1 1-1,-1 0 1,1-1 0,-1 1 0,1 0 0,0-1 0,0 1-1,-1 0 1,1 0 0,2-2 0,7-8-206,1 0 0,24-18 0,-30 25 198,36-26-213,-23 17 256,1-1 1,31-32-1,-83 51 55,-124 58 59,143-54-91,14-2-9,27 0 10,44-4-3,-45-7-24,-21 3-10,-1-1 0,1 2 1,0-1-1,0 0 0,-1 1 0,1 0 1,0 0-1,0 0 0,9 3 0,-15-2 0,0 1 0,0-1 0,0 1 0,0-1 0,0 1-1,0-1 1,-1 0 0,1 1 0,0-1 0,-1 0 0,1 0 0,-1 0-1,1 0 1,-1 0 0,-3 1 0,-54 27 49,32-16-30,1 0-1,0 2 1,0 0-1,-35 30 0,29-20 2,26-23-19,1 2 1,1-1-1,-1 0 0,0 1 0,1 0 0,0 0 0,0 0 1,0 0-1,0 1 0,1 0 0,-1 0 0,1 0 1,-3 8-1,2-3 9,-1 1 1,0-1-1,-1 0 1,0 0-1,-11 12 1,11-13-8,0-1 1,0 0 0,1 1 0,0 0 0,1 1 0,-5 12-1,9-22-6,-1 1 0,1-1 0,0 0 0,0 1 0,0-1 0,0 1 0,0-1 0,0 1 0,0-1 0,0 1 0,0-1 0,0 0 0,0 1 0,0-1 0,0 1 0,0-1 0,0 1 0,0-1 0,0 1 0,0-1 0,1 0 0,-1 1 0,0-1 0,0 1 0,1-1 0,-1 0 0,0 1 0,0-1 0,1 0 0,-1 1 0,1-1 0,-1 1 0,18-1 53,25-17-53,-38 15-27,112-63-254,-142 86 297,-37 41 0,37-36-8,24-24-9,-1 1 1,1-1 0,-1 1-1,1 0 1,0-1-1,0 1 1,0 0 0,1 0-1,-1 0 1,1-1 0,-1 1-1,1 0 1,0 0-1,0 0 1,0 0 0,0 0-1,1 0 1,-1 0 0,1 0-1,0-1 1,0 1-1,0 0 1,0 0 0,0-1-1,2 4 1,-2-4-3,0 0 1,0 0 0,0 0-1,1 0 1,-1 0-1,0 0 1,1 0-1,-1 0 1,1 0-1,0 0 1,-1-1-1,1 1 1,0-1-1,0 0 1,0 1 0,0-1-1,0 0 1,0 0-1,1 0 1,-1 0-1,0-1 1,1 1-1,-1-1 1,0 1-1,1-1 1,-1 0-1,0 0 1,1 0 0,-1 0-1,4 0 1,0-3-70,-1 1 0,1-1 0,-1 0 0,0 0 0,0-1 0,0 1 0,-1-1 0,1 0 0,-1-1 0,0 1 0,0-1 0,0 1 0,4-10 0,4-7-168,-1 0-1,9-25 0,-3 7-6,-17 38 246,0 1 0,0 0 0,0 0 0,0 0-1,0 0 1,0-1 0,0 1 0,0 0 0,0 0-1,0 0 1,0 0 0,0-1 0,0 1 0,0 0-1,0 0 1,0 0 0,0 0 0,0 0 0,0-1 0,0 1-1,0 0 1,0 0 0,0 0 0,1 0 0,-1 0-1,0-1 1,0 1 0,0 0 0,0 0 0,0 0-1,0 0 1,1 0 0,-1 0 0,0 0 0,0 0-1,0 0 1,0 0 0,1 0 0,-1 0 0,0 0-1,0-1 1,0 1 0,0 0 0,1 0 0,-1 0-1,0 1 1,0-1 0,0 0 0,0 0 0,0 0-1,1 0 1,-1 0 0,0 0 0,0 0 0,0 0-1,0 0 1,1 0 0,-1 0 0,0 0 0,0 0-1,0 1 1,0-1 0,0 0 0,0 0 0,0 0-1,1 0 1,2 19 36,-1 24 14,-7 163 261,5-198-305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8:29:30.769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1 722 6553,'1'-11'0,"1"-1"0,1 1 0,0 0 0,1-1 0,0 1 0,9-16 0,-4 5 0,0-5 12,-8 21 5,0 0 1,1 1 0,-1-1-1,1 1 1,1 0-1,-1 0 1,1 0 0,-1 0-1,1 0 1,1 0-1,-1 1 1,7-8 0,-9 12-5,-1 0-1,0 0 1,1 0 0,-1 0 0,0 0 0,1 0-1,-1-1 1,1 1 0,-1 0 0,0 0 0,1 0 0,-1 0-1,1 1 1,-1-1 0,0 0 0,1 0 0,-1 0 0,0 0-1,1 0 1,-1 0 0,0 1 0,1-1 0,-1 0-1,0 0 1,1 0 0,-1 1 0,0-1 0,0 0 0,1 0-1,-1 1 1,0-1 0,0 0 0,1 1 0,-1-1 0,0 0-1,0 1 1,0-1 0,0 0 0,0 1 0,1-1-1,-1 1 1,0-1 0,0 0 0,0 1 0,0-1 0,0 0-1,0 1 1,0-1 0,0 1 0,0-1 0,0 0 0,-1 1-1,1-1 1,0 0 0,0 1 0,0-1 0,-1 1-1,-4 25 602,-32 64 750,8-27-492,30-58-102,7-13-563,12-15-428,56-81-288,67-76 1338,-143 180-794,-9 23 675,-23 43 19,23-49-355,-106 211 1531,169-309-2195,-9 10-149,-26 44 334,-16 23 249,-5 9 196,-22 32 310,-49 58 1,10-14 92,159-170-2571,-41 31 965,-3 3 342,2 2-1,98-74 0,-151 126 545,0 0-1,-1 0 1,1 1-1,0-1 0,0 0 1,0 1-1,-1-1 0,1 1 1,0-1-1,0 1 0,0-1 1,0 1-1,0-1 0,0 1 1,0 0-1,0 0 0,0 0 1,0-1-1,0 1 0,1 0 1,-1 0-1,0 1 0,0-1 1,1 0-1,-2 1 22,0 0 0,1 0 0,-1 0 0,0 1 0,0-1-1,0 0 1,0 0 0,0 0 0,0 0 0,-1 0 0,1 0 0,0 0 0,-1 0 0,1 0 0,0 0 0,-1 0-1,0 2 1,-29 51 977,-66 80 183,56-81-540,-54 93 1,93-145-631,0 1 0,0-1 0,0 1 0,0-1 1,0 1-1,0-1 0,1 1 0,-1 0 0,1-1 0,-1 1 0,1 0 1,0 0-1,0-1 0,0 5 0,0-6-7,1 0 0,0 0 1,-1 0-1,1 0 0,0 0 0,-1 0 0,1 0 0,0 0 1,-1 0-1,1 0 0,0 0 0,0-1 0,-1 1 0,1 0 0,-1 0 1,1-1-1,0 1 0,-1 0 0,1-1 0,-1 1 0,1-1 1,-1 1-1,1-1 0,0 0 0,50-43-638,51-54-1266,223-200-270,-309 289 2515,-19 20 365,-24 27 138,-160 183 1478,-42 54-501,399-461-4957,-83 96 1668,12-16 105,212-219-837,-280 298 2112,-21 23 608,-10 11-148,-10 16 302,-17 22 271,-2 0 0,-51 59-1,-83 76 1039,-42 52-551,191-207-1186,14-25-250,1 0-1,-1 1 1,0-1 0,0 0-1,0 0 1,1 1-1,-1-1 1,0 0 0,0 0-1,1 0 1,-1 0-1,0 1 1,0-1 0,1 0-1,-1 0 1,0 0-1,1 0 1,-1 0 0,0 0-1,0 0 1,1 0 0,-1 0-1,0 0 1,1 0-1,-1 0 1,0 0 0,1 0-1,-1 0 1,0 0-1,0 0 1,1 0 0,-1 0-1,0 0 1,1 0-1,-1-1 1,0 1 0,0 0-1,1 0 1,-1 0-1,0 0 1,1-1 0,49-30 828,191-173-5667,84-144 1826,-310 333 3254,-16 20 389,-22 30 331,-90 101 997,-147 137 1,192-205-1661,36-38-200,22-21-25,-1 1 0,1 0 0,1 1 0,-9 12 0,18-23-86,0 0 0,0 0-1,0 0 1,1-1 0,-1 1 0,0 0 0,0 0 0,0 0 0,0 0 0,0 0-1,0 0 1,0 0 0,0 0 0,0 0 0,0 0 0,0 0 0,0 0 0,1 0 0,-1 0-1,0 0 1,0 0 0,0 0 0,0 0 0,0 0 0,0 0 0,0 0 0,0 0-1,0 0 1,0 0 0,0 0 0,1 1 0,-1-1 0,0 0 0,0 0 0,0 0-1,0 0 1,0 0 0,0 0 0,0 0 0,0 0 0,0 0 0,0 0 0,0 0-1,0 0 1,0 0 0,0 0 0,0 1 0,0-1 0,0 0 0,0 0 0,0 0 0,15-8-190,19-17-991,175-165-3399,85-122 2086,-272 283 2253,-18 23 263,0-1 1,1 1-1,0 1 0,0-1 0,0 1 1,9-7-1,-23 37 920,-74 121 1217,-6-5 0,-107 131 0,124-175-1852,37-57-96,27-32-111,1 0 0,0 1 0,0-1 0,1 1 0,-6 17 723,20-29-413,13-12-70,464-433-6937,-460 428 6739,-25 21-139,0-1 0,1 0 0,-1 0-1,0 0 1,0 0 0,0 0-1,1 0 1,-1 1 0,0-1 0,0 0-1,0 0 1,1 0 0,-1 1-1,0-1 1,0 0 0,0 0 0,0 1-1,1-1 1,-1 0 0,0 0-1,0 0 1,0 1 0,0-1 0,0 0-1,0 1 1,0-1 0,0 0-1,0 0 1,0 1 0,0-1 0,0 0-1,0 0 1,0 1 0,0-1-1,0 0 1,0 0 0,0 1 0,-1-1-1,1 0 1,0 0 0,0 1-1,0-1 1,0 0 0,0 0 0,-1 0-1,1 1 1,0-1 0,-30 56 1023,-272 344 1560,183-252-2195,106-127 11,36-39 21,102-110-3668,115-154-1,-52 57 2107,-183 222 1431,-8 11 23,-10 18 396,-372 509 3778,353-499-4290,16-21-15,16-15-187,0 0 1,0 0 0,0 0 0,0-1 0,0 1 0,0 0 0,0 0-1,0 0 1,0 0 0,0 0 0,-1 0 0,1 0 0,0 0 0,0 0-1,0-1 1,0 1 0,0 0 0,0 0 0,0 0 0,0 0-1,0 0 1,-1 0 0,1 0 0,0 0 0,0 0 0,0 0 0,0 0-1,0 0 1,0 0 0,0 0 0,-1 0 0,1 0 0,0 0 0,0 0-1,0 0 1,0 0 0,0 0 0,0 0 0,0 0 0,0 0 0,-1 0-1,1 0 1,0 0 0,0 0 0,0 0 0,0 0 0,0 1-1,0-1 1,0 0 0,0 0 0,0 0 0,-1 0 0,1 0 0,0 0-1,0 0 1,0 0 0,0 1 0,18-43-1008,1 0 1,2 2-1,2 0 1,46-59-1,-37 52 407,161-218-2032,-81 113 1800,-109 147 1341,-8 6-60,-20 18 291,-35 30 193,-142 115 394,188-156-848,17-18 491,26-30 246,-25 35-1347,137-184-2002,72-91 627,-199 265 1364,-17 22 451,-19 30 347,-186 236 1665,157-210-1922,31-42-278,16-17-76,-1 0-1,1 1 1,0-1-1,0 1 1,0 0-1,1 0 0,0 0 1,-6 11-1,10-16-32,-1 1-1,0-1 0,0 0 0,1 0 0,-1 1 1,0-1-1,1 0 0,-1 0 0,0 1 0,1-1 0,-1 0 1,0 0-1,1 0 0,-1 1 0,1-1 0,-1 0 1,0 0-1,1 0 0,-1 0 0,1 0 0,-1 0 0,0 0 1,1 0-1,-1 0 0,1 0 0,-1 0 0,0 0 1,1 0-1,-1 0 0,1-1 0,-1 1 0,0 0 1,1 0-1,-1 0 0,0-1 0,1 1 0,-1 0 0,21-9-30,18-17-837,-2-2 0,-1-2 0,-1-1 0,34-40 0,-36 37 458,25-26-139,-11 11 27,74-62 0,-118 109 523,1-1 0,-1 1 0,1 0 0,-1 0 1,1 0-1,0 0 0,-1 0 0,1 1 0,6-2 0,-10 3-7,1 0-1,0 0 0,-1 0 0,1 0 0,-1 0 0,1 0 1,-1 0-1,1 1 0,-1-1 0,1 0 0,-1 0 0,1 0 1,-1 0-1,1 1 0,-1-1 0,1 0 0,-1 1 0,1-1 1,-1 0-1,1 1 0,-1-1 0,1 0 0,-1 1 0,0-1 1,1 1-1,-1 0 0,1 0 20,-1 1 0,1 0 1,-1-1-1,0 1 0,1 0 0,-1-1 1,0 1-1,0 0 0,0-1 0,-1 1 1,1 0-1,0-1 0,-1 3 0,-7 23 275,-1 0 1,-1-1-1,-1 0 0,-17 29 0,13-27-108,1 0-1,2 1 1,-11 35-1,41-81-603,254-306-2729,-251 303 3156,-20 20-12,-1 0 1,0-1 0,0 1-1,0 0 1,0 0 0,0 0-1,1 0 1,-1 0 0,0 0-1,0 0 1,0 0-1,0 0 1,0 0 0,1 0-1,-1 0 1,0 0 0,0 0-1,0 0 1,0 0-1,0 0 1,1 0 0,-1 0-1,0 0 1,0 0 0,0 0-1,0 0 1,0 1 0,0-1-1,1 0 1,-1 0-1,0 0 1,0 0 0,0 0-1,0 0 1,0 0 0,0 0-1,0 1 1,0-1-1,1 0 1,-1 0 0,0 0-1,0 0 1,0 0 0,0 0-1,0 1 1,0-1-1,0 0 1,0 0 0,0 0-1,0 0 1,0 1 0,0-1-1,0 0 1,0 0 0,0 0-1,0 0 1,0 0-1,0 1 1,0-1 0,0 0-1,0 0 1,-1 0 0,1 0-1,0 0 1,0 0-1,0 1 1,0-1 0,-3 7 256,0 1 1,0-1-1,0 0 1,-9 13 0,-288 418 3686,219-323-3476,46-61 300,35-60-631,2-21-524,8-34-715,0 17 621,1 0 1,2 0-1,2 1 1,2 1 0,35-64-1,-37 73 121,-17 28 338,-14 20 411,-56 84 579,4 3 1,-72 145-1,129-229-771,11-18-197,0 0 0,0 0-1,0 0 1,0 0 0,-1 0-1,1 0 1,0 0-1,0 0 1,0 0 0,0 0-1,0 0 1,0 0 0,0 0-1,0 0 1,0 0-1,-1 1 1,1-1 0,0 0-1,0 0 1,0 0-1,0 0 1,0 0 0,0-1-1,0 1 1,-1 0 0,1 0-1,0 0 1,0 0-1,0 0 1,0 0 0,0 0-1,0 0 1,0 0 0,0 0-1,-1 0 1,1 0-1,0 0 1,0 0 0,0 0-1,0 0 1,0 0 0,0-1-1,0 1 1,0 0-1,0 0 1,0 0 0,0 0-1,0 0 1,0 0-1,0 0 1,0 0 0,0-1-1,0 1 1,0 0 0,0 0-1,0 0 1,0 0-1,0 0 1,0 0 0,0 0-1,0-1 1,0 1 0,0 0-1,0 0 1,0 0-1,7-39 515,45-120-3594,119-252 0,-126 313 2641,-43 93 396,12-23-46,-14 28 90,0 0 0,0 0-1,0 1 1,0-1 0,0 0-1,0 0 1,0 0 0,0 1-1,0-1 1,1 0 0,-1 0-1,0 1 1,0-1 0,0 0-1,0 0 1,0 0 0,1 1-1,-1-1 1,0 0 0,0 0-1,0 0 1,1 0 0,-1 0-1,0 0 1,0 1 0,0-1-1,1 0 1,-1 0 0,0 0-1,0 0 1,1 0 0,-1 0-1,0 0 1,0 0 0,1 0-1,-1 0 1,0 0 0,0 0-1,1 0 1,-1 0 0,0 0-1,0 0 1,1 0 0,-1 0-1,0 0 1,0-1 0,0 1-1,1 0 1,-1 0 0,0 0-1,0 0 1,1-1 0,-1 27 278,-2 0 1,0 0-1,-1 0 1,-12 42-1,8-42-120,2 0-1,0 0 0,2 0 0,1 53 0,2-78-150,0 0-1,0-1 0,0 1 1,0 0-1,0 0 0,1 0 1,-1 0-1,0 0 1,0-1-1,1 1 0,-1 0 1,1 0-1,-1 0 0,1-1 1,-1 1-1,1 0 0,0-1 1,-1 1-1,1 0 1,0-1-1,-1 1 0,1-1 1,0 1-1,0-1 0,-1 0 1,1 1-1,0-1 1,0 0-1,0 1 0,0-1 1,0 0-1,-1 0 0,1 0 1,0 0-1,0 0 0,0 0 1,0 0-1,0 0 1,0 0-1,0 0 0,-1 0 1,2-1-1,42-15 66,-37 13-249,28-15-176,0-2 0,-1-1 1,-1-2-1,-1-1 1,-1-2-1,-2-1 1,0-1-1,-2-1 0,25-35 1,-52 63 353,0 1 0,0-1 0,0 1 0,1 0 0,-1-1 0,0 1 0,0-1 0,0 1 0,1 0 0,-1-1 0,0 1 0,1 0 0,-1-1 0,0 1 0,0 0 0,1 0 0,-1-1 0,1 1 0,-1 0 0,0 0 0,1 0 0,-1 0 0,0-1 1,1 1-1,-1 0 0,1 0 0,-1 0 0,0 0 0,1 0 0,-1 0 0,1 0 0,-1 0 0,1 0 0,0 0 0,2 15 371,-8 28 261,-67 210 1974,26-107-1854,-48 134 454,145-457-2300,31-102-1591,-63 226 2144,-19 53 522,0 0 1,0 0 0,0-1 0,0 1-1,0 0 1,0 0 0,1-1-1,-1 1 1,0 0 0,0 0 0,0 0-1,0-1 1,0 1 0,0 0 0,0 0-1,0-1 1,1 1 0,-1 0 0,0 0-1,0 0 1,0 0 0,0-1-1,1 1 1,-1 0 0,0 0 0,0 0-1,0 0 1,1 0 0,-1 0 0,0-1-1,0 1 1,1 0 0,-1 0-1,0 0 1,0 0 0,1 0 0,-1 0-1,0 0 1,0 0 0,0 0 0,1 0-1,-1 0 1,0 0 0,0 0 0,1 0-1,-1 0 1,0 1 0,6 13 271,-1 23 381,3 98 628,-14 212 1,5-334-1233,1-1 29,0 1-1,-2-1 1,1 0 0,-2 0-1,1 0 1,-2 0 0,0 0-1,0 0 1,-7 12 0,11-23-69,-1-1 1,1 0-1,0 0 0,0 1 1,0-1-1,0 0 1,-1 0-1,1 0 0,0 1 1,0-1-1,-1 0 1,1 0-1,0 0 0,0 0 1,-1 0-1,1 0 1,0 1-1,0-1 0,-1 0 1,1 0-1,0 0 1,0 0-1,-1 0 1,1 0-1,0 0 0,-1 0 1,1 0-1,0 0 1,0 0-1,-1 0 0,1 0 1,0-1-1,0 1 1,-1 0-1,1 0 0,0 0 1,0 0-1,-1 0 1,1-1-1,0 1 0,0 0 1,0 0-1,-1 0 1,1-1-1,0 1 1,0 0-1,0 0 0,0 0 1,-1-1-1,1 1 1,0 0-1,0 0 0,0-1 1,0 1-1,0 0 1,0-1-1,0 1 0,0 0 1,0 0-1,0-1 1,0 1-1,0 0 0,0 0 1,0-1-1,0 1 1,0 0-1,0-1 0,0 1 1,-3-25-539,3 24 490,-3-51-584,3 1-1,2 0 1,2-1 0,17-79-1,-10 61-59,-8 42 197,2 0 0,9-27 1,-12 47 413,1 0 0,0 0 1,0 0-1,8-12 0,-10 19 91,-1 0 1,1 0-1,-1 1 0,1-1 0,-1 0 0,1 1 1,0-1-1,-1 1 0,1-1 0,0 1 1,-1-1-1,1 1 0,0-1 0,0 1 0,-1 0 1,1-1-1,0 1 0,0 0 0,0 0 0,-1 0 1,1 0-1,1 0 0,0 0 15,-1 1 0,0-1 0,1 1 0,-1 0 0,0-1 0,0 1 0,1 0 0,-1 0 0,0 0 0,0 0 0,0 0 0,0 0 0,0 0 0,0 1 0,-1-1 0,1 0 0,0 0 0,0 2 1,4 9 71,-1 0 0,0 0 0,-1 0 1,0 0-1,0 1 0,-2-1 0,0 1 0,0-1 1,-1 1-1,-3 23 0,3 42 469,3-72-271,3-19-348,6-30-395,-9 33 386,5-24-254,-4 17 120,1 0 0,1 0-1,10-24 1,-15 43 329,22 26 454,-23-27-589,1-1 1,-1 1-1,1-1 0,-1 1 0,1-1 0,-1 1 0,1-1 0,0 1 1,-1-1-1,1 0 0,0 0 0,-1 1 0,1-1 0,0 0 1,0 0-1,-1 0 0,1 1 0,0-1 0,-1 0 0,1 0 0,0 0 1,0 0-1,-1-1 0,1 1 0,0 0 0,-1 0 0,1 0 0,0 0 1,-1-1-1,1 1 0,0 0 0,-1-1 0,1 1 0,0-1 0,-1 1 1,1 0-1,-1-1 0,1 1 0,-1-1 0,1 0 0,-1 1 1,1-1-1,-1 1 0,0-1 0,1 0 0,-1 1 0,0-1 0,1 0 1,-1 1-1,0-1 0,0 0 0,0 1 0,0-1 0,1-1 0,0-5-55,1-1-1,-1 1 1,0-1-1,-1 1 0,0-1 1,-1-12-1,0 14-15,1-1 1,-1 1-1,2-1 0,-1 1 0,1-1 0,0 1 0,3-13 1,-3 19 85,-1 1 0,1-1 1,0 0-1,-1 1 1,1-1-1,0 1 1,-1-1-1,1 1 1,-1 0-1,1-1 1,-1 1-1,1-1 0,-1 1 1,0 0-1,1-1 1,-1 1-1,0 0 1,1-1-1,-1 1 1,0 0-1,0 0 1,0-1-1,1 1 0,-1 0 1,0 0-1,0 1 1,10 31 237,-10-32-231,1 1-3,-1 0 0,0-1 1,1 1-1,-1 0 0,1 0 0,-1-1 1,1 1-1,0-1 0,0 1 1,-1-1-1,1 1 0,0-1 1,1 1-1,-1-1 0,0 0 1,0 1-1,0-1 0,1 0 0,1 1 1,-2-2-24,0 0-1,0 0 1,0 0 0,0-1 0,-1 1 0,1 0 0,0-1-1,0 1 1,0 0 0,-1-1 0,1 1 0,0-1 0,0 0-1,-1 1 1,1-1 0,-1 1 0,1-1 0,0 0-1,-1 0 1,1 1 0,-1-1 0,1 0 0,-1 0 0,0 0-1,1-1 1,3-7-123,0-1-1,0 0 0,-1-1 0,4-18 1,-3-11-182,-1 0 0,-4-59 0,-32 181 1350,29-51-671,2 0-1,3 60 0,1-28 84,-2-48-431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8:29:39.045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70 142 6553,'25'1'788,"38"-1"126,-60-1-849,1 1 0,-1 0 0,0-1 0,0 0 0,0 1 0,0-1 0,0-1 0,0 1 1,0 0-1,0-1 0,0 1 0,0-1 0,-1 0 0,1 0 0,2-3 0,-5 5-54,0 0 0,0 0 0,1 0 0,-1 0 0,0-1 0,0 1 0,0 0 0,0 0 0,0 0 0,0-1 0,0 1 0,1 0 0,-1 0 0,0 0 0,0-1 0,0 1 0,0 0 1,0 0-1,0-1 0,0 1 0,0 0 0,0 0 0,0 0 0,0-1 0,0 1 0,0 0 0,-1 0 0,1 0 0,0-1 0,0 1 0,0 0 0,0 0 0,0 0 0,0-1 0,0 1 0,-1 0 0,1 0 0,0 0 0,0 0 0,0-1 0,0 1 0,-1 0 0,1 0 0,0 0 0,-15-5 289,-14 3 106,-57 2 795,162-17 621,-99 21-234,5 1-1230,-1-1 1,0-2-1,0 0 1,-35 0-1,60-3-199,0 1 0,-1-1-1,1 1 1,0-2-1,0 1 1,7-3-1,21-4 274,-16 6-272,-8 1 574,-25 1-187,10 0-540,-34 1 856,68-1 190,18 0-488,-12 1 169,1-1 1,68-9-1,-276 63-734,184-59-190,-1-1-1,0 0 1,-1-1-1,0 0 1,19-16-1,-10 6 23,41-24 0,-55 38 183,1-1-1,-1 2 1,1-1-1,0 1 0,0 0 1,1 0-1,-1 0 1,0 1-1,0 0 0,1 0 1,-1 1-1,9 0 0,-15 0-12,1 0 0,-1 1 0,0-1-1,1 0 1,-1 0 0,0 0 0,1 0-1,-1 1 1,0-1 0,1 0 0,-1 0-1,0 0 1,0 1 0,1-1 0,-1 0-1,0 1 1,0-1 0,0 0 0,0 1-1,1-1 1,-1 0 0,0 1 0,0-1-1,0 0 1,0 1 0,0-1 0,0 0-1,0 1 1,0-1 0,0 0 0,0 1-1,0-1 1,0 0 0,0 1 0,0-1-1,0 0 1,0 1 0,0-1 0,0 0-1,-1 1 1,1-1 0,0 0 0,0 1-1,0-1 1,0 0 0,-1 1 0,1-1-1,0 0 1,-1 1 0,-13 20 71,12-19-64,-32 38 53,-1-2 0,-3-2 0,-1-1 0,-1-2 0,-2-1 0,-67 37 0,561-306-7088,-442 232 7028,-2 1 34,-1 0-1,1 1 1,0 0 0,0 0 0,0 0 0,0 1 0,11-1 0,-56 29 831,-15 1-578,33-19-170,0 2 0,1 0 0,0 1 1,-25 21-1,43-32-112,0 0 1,0 0 0,-1 0 0,1 0 0,0 0 0,0 0 0,0 0 0,0 0-1,-1 0 1,1 1 0,0-1 0,0 0 0,0 0 0,0 0 0,-1 0 0,1 0-1,0 0 1,0 1 0,0-1 0,0 0 0,0 0 0,0 0 0,0 1-1,-1-1 1,1 0 0,0 0 0,0 0 0,0 1 0,0-1 0,0 0 0,0 0-1,0 0 1,0 1 0,0-1 0,0 0 0,0 0 0,0 0 0,0 1-1,0-1 1,1 0 0,-1 0 0,0 0 0,0 0 0,0 1 0,0-1 0,0 0-1,0 0 1,0 0 0,0 0 0,1 1 0,-1-1 0,0 0 0,0 0 0,0 0-1,16 1 219,20-8-24,15-5 129,-51 12-322,0 0 0,0 0 1,0 1-1,0-1 0,0 0 0,0 0 1,0 0-1,0 0 0,-1 0 0,1 0 0,0 0 1,0 0-1,0 0 0,0 1 0,0-1 0,0 0 1,0 0-1,0 0 0,0 0 0,0 0 1,0 0-1,0 0 0,0 1 0,0-1 0,0 0 1,0 0-1,0 0 0,0 0 0,0 0 0,0 0 1,0 0-1,0 0 0,0 1 0,0-1 1,0 0-1,0 0 0,0 0 0,1 0 0,-1 0 1,0 0-1,0 0 0,0 0 0,0 0 0,0 1 1,0-1-1,0 0 0,0 0 0,0 0 1,0 0-1,1 0 0,-1 0 0,0 0 0,0 0 1,0 0-1,0 0 0,0 0 0,1 0 0,-16 15 225,-21 12-23,29-21-166,-6 1 79,0 2 1,1 0-1,-18 18 1,30-27-115,0 0 0,-1 0 0,1 0 0,-1 1 0,1-1 0,0 0 0,0 0-1,-1 1 1,1-1 0,0 0 0,-1 1 0,1-1 0,0 0 0,0 1 0,0-1 0,-1 0 0,1 1 0,0-1 0,0 1 0,0-1 0,0 0 0,0 1 0,0-1 0,0 1 0,0-1 0,0 0 0,0 1 0,0-1-1,0 1 1,0-1 0,0 0 0,0 1 0,0-1 0,0 1 0,0-1 0,1 0 0,-1 1 0,0-1 0,18 3 269,25-12-388,-2-6-313,-30 10 379,1 1-1,-1 0 1,1 0 0,22-3 0,-34 7 46,0 0 1,1 0-1,-1 0 1,0-1-1,1 1 1,-1 0-1,1 0 1,-1 0 0,0 0-1,1 0 1,-1 0-1,1 0 1,-1 0-1,0 0 1,1 0-1,-1 0 1,0 0 0,1 1-1,-1-1 1,1 0-1,-1 0 1,0 0-1,1 0 1,-1 1-1,0-1 1,1 0-1,-1 0 1,0 1 0,0-1-1,1 0 1,-1 0-1,0 1 1,0-1-1,1 0 1,-1 1-1,0-1 1,0 1 0,-9 13 82,-31 20 12,32-28-67,-10 9 20,13-12-33,0 0 1,1 0-1,0 1 0,-1 0 1,1-1-1,1 2 1,-1-1-1,-3 5 1,8-8-22,-1-1 1,0 1 0,1-1 0,-1 1 0,1-1 0,-1 0-1,1 1 1,-1-1 0,1 1 0,0-1 0,-1 0 0,1 0 0,-1 1-1,1-1 1,0 0 0,-1 0 0,1 0 0,0 0 0,-1 0 0,1 1-1,-1-1 1,1 0 0,0-1 0,-1 1 0,1 0 0,0 0-1,-1 0 1,1 0 0,0 0 0,-1-1 0,1 1 0,-1 0 0,1-1-1,0 1 1,29-6-655,152-56-27,-188 65 750,-1 0 0,1 0 0,1 1 1,-1 0-1,0 0 0,-6 7 0,-7 4 10,-2 0-26,6-6-2,0 2-1,1 0 1,0 0-1,-14 17 1,27-27-44,1-1 1,0 0 0,-1 1-1,1-1 1,0 1 0,0-1-1,0 1 1,-1-1 0,1 1 0,0-1-1,0 1 1,0-1 0,0 1-1,0-1 1,0 1 0,0-1-1,0 1 1,0-1 0,0 1-1,0-1 1,0 1 0,0-1-1,0 1 1,1-1 0,-1 1-1,0-1 1,0 1 0,1-1 0,-1 1-1,0-1 1,0 1 0,1-1-1,-1 0 1,1 1 0,-1-1-1,0 0 1,1 1 0,-1-1-1,1 0 1,-1 1 0,1-1-1,-1 0 1,0 0 0,1 1 0,-1-1-1,1 0 1,0 0 0,-1 0-1,1 0 1,-1 0 0,1 0-1,-1 0 1,1 0 0,-1 0-1,1 0 1,45 5 120,-27-3-67,-18-2-54,0 0 0,-1 0 1,1 0-1,0 0 0,-1 0 0,1 0 0,0 1 1,0-1-1,-1 0 0,1 0 0,0 0 0,-1 1 1,1-1-1,-1 0 0,1 1 0,0-1 0,-1 1 1,1-1-1,-1 1 0,1-1 0,-1 1 0,1-1 1,-1 1-1,0-1 0,1 1 0,-1-1 0,0 1 1,1 0-1,-1-1 0,0 1 0,1 0 0,-1-1 1,0 1-1,0 0 0,0-1 0,0 1 0,0 0 1,0 0-1,0-1 0,0 1 0,0 0 0,0-1 0,0 1 1,0 0-1,-1-1 0,1 1 0,0 0 0,-1-1 1,1 1-1,-1 0 0,-30 32 147,12-13-5,19-19-137,0-1 0,0 1-1,1 0 1,-1-1 0,0 1 0,0 0-1,0-1 1,1 1 0,-1-1 0,0 1-1,1 0 1,-1-1 0,0 1 0,1-1 0,-1 1-1,1-1 1,-1 0 0,1 1 0,-1-1-1,1 1 1,-1-1 0,1 0 0,0 1-1,-1-1 1,1 0 0,-1 0 0,1 1-1,0-1 1,-1 0 0,1 0 0,0 0 0,-1 0-1,2 0 1,26 5 84,-27-5-79,20 2 12,-14-2 2,0 1-1,0 0 0,1 0 0,-1 0 0,0 1 1,0 0-1,7 3 0,-13-4-19,0-1-1,0 1 1,0 0 0,0-1 0,0 1-1,0 0 1,0 0 0,-1 0 0,1 0-1,0-1 1,-1 1 0,1 0 0,-1 0-1,1 0 1,-1 0 0,1 1-1,-1-1 1,1 0 0,-1 0 0,0 1-1,0 1 7,0 0 0,0-1 0,0 1 0,-1 0 0,0-1 0,1 1 0,-1-1 0,0 1 0,0-1 0,0 1 0,0-1 0,-3 4 0,-2 2 26,0-1 0,0 1 0,-1-1 0,-8 7 0,9-8 2,0 0 0,0 0-1,1 0 1,0 0 0,-7 12-1,11-18-38,1 0-1,0 1 1,0-1-1,0 1 1,-1-1 0,1 0-1,0 1 1,0-1-1,0 0 1,0 1-1,0-1 1,0 1-1,0-1 1,0 0-1,0 1 1,0-1-1,0 1 1,0-1-1,0 0 1,0 1-1,0-1 1,0 0 0,0 1-1,1-1 1,-1 1-1,0-1 1,0 0-1,0 1 1,1-1-1,-1 0 1,0 0-1,0 1 1,1-1-1,-1 0 1,0 1-1,1-1 1,-1 0-1,0 0 1,1 1 0,7 2 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8:29:56.405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322 6 6553,'62'-3'1529,"-39"2"-1162,0 0 0,-1 1 0,1 1 0,34 6 0,-55-7-333,0 0-1,-1 1 0,1-1 0,-1 1 0,1-1 0,-1 1 0,1-1 0,-1 1 0,1 0 0,-1 0 0,0-1 0,1 1 0,-1 0 0,0 0 0,0 1 0,1-1 0,-1 0 1,0 0-1,1 3 0,-2-3 11,1 0 1,-1 0 0,0 0-1,0 0 1,0 0 0,0 0 0,-1 0-1,1 0 1,0 0 0,0 0-1,-1 0 1,1 0 0,0 0-1,-1 0 1,1 0 0,-1 0 0,0 0-1,1 0 1,-1 0 0,1-1-1,-1 1 1,-1 1 0,-3 3 132,-1-1 0,0 1 1,1-1-1,-2 0 0,1 0 1,0-1-1,-9 4 1,-10 0 131,0-1 0,0-1 0,0-1 1,-1-1-1,0-1 0,-27-2 0,-11 1 370,63-1-654,0 0 0,0 0-1,0 0 1,-1 0 0,1 0 0,0 0-1,0 0 1,0 0 0,0 1 0,0-1 0,0 0-1,0 1 1,0-1 0,0 1 0,0-1-1,0 1 1,0 0 0,-1 0 0,9 10 837,32 9 409,-8-11-812,0-1-1,0-2 1,0-1-1,1-1 0,-1-2 1,56-3-1,-162 1 1463,62-1-1174,55 0-522,308 1-225,-374 2 0,-1 1 0,1 0 0,-25 8 0,-9 2 0,-19 1 0,-432 82 0,594-94 0,92-1 0,129-4 0,-384 13 0,-144 40 0,139-29 0,31-5 0,52-16 0,0 0 0,0 0 0,0 0 0,1 0 0,-1 0 0,0 0 0,0 0 0,0 0 0,0 0 0,0 0 0,0 0 0,0 0 0,0 1 0,0-1 0,0 0 0,0 0 0,0 0 0,0 0 0,0 0 0,0 0 0,0 0 0,0 1 0,1-1 0,-1 0 0,0 0 0,0 0 0,-1 0 0,1 0 0,0 0 0,0 0 0,0 0 0,0 1 0,0-1 0,0 0 0,0 0 0,0 0 0,0 0 0,0 0 0,0 0 0,0 0 0,0 0 0,0 1 0,0-1 0,0 0 0,0 0 0,-1 0 0,1 0 0,0 0 0,0 0 0,0 0 0,0 0 0,0 0 0,0 0 0,0 0 0,0 0 0,-1 0 0,1 0 0,0 0 0,0 0 0,0 0 0,0 0 0,0 0 0,0 0 0,0 0 0,0 0 0,-1 0 0,1 0 0,0 0 0,13 3 0,22-1 0,233-8-256,-225 2 98,0-2 1,-1-2-1,0-2 0,49-18 0,-91 28 160,0 0-1,0 0 1,0 0 0,0 0-1,0 0 1,0 0 0,-1 0-1,1 0 1,0 0 0,0-1-1,0 1 1,0 0 0,0 0-1,0 0 1,0 0 0,0 0-1,0 0 1,0 0 0,0 0 0,0-1-1,0 1 1,0 0 0,0 0-1,0 0 1,0 0 0,1 0-1,-1 0 1,0 0 0,0 0-1,0 0 1,0-1 0,0 1-1,0 0 1,0 0 0,0 0-1,0 0 1,0 0 0,0 0-1,0 0 1,0 0 0,1 0-1,-1 0 1,0 0 0,0 0-1,0 0 1,0 0 0,0 0-1,0 0 1,-17-1 50,-29 4 11,-290 57 211,136-22-207,180-30-14,44-3 42,88-3 20,1-6-1,142-21 1,-227 21-103,-156 5-9,52-3-3,-224 17 0,276-9 0,24-6 0,0 0 0,0 0 0,0 0 0,0 0 0,0 0 0,0 0 0,0 1 0,0-1 0,-1 0 0,1 0 0,0 0 0,0 0 0,0 0 0,0 0 0,0 1 0,0-1 0,0 0 0,0 0 0,0 0 0,0 0 0,0 0 0,0 1 0,0-1 0,0 0 0,0 0 0,0 0 0,1 0 0,-1 0 0,0 1 0,0-1 0,0 0 0,0 0 0,0 0 0,0 0 0,0 0 0,0 0 0,0 0 0,0 0 0,1 1 0,-1-1 0,0 0 0,0 0 0,0 0 0,0 0 0,0 0 0,0 0 0,1 0 0,-1 0 0,0 0 0,0 0 0,0 0 0,0 0 0,0 0 0,0 0 0,1 0 0,-1 0 0,0 0 0,0 0 0,0 0 0,0 0 0,0 0 0,1 0 0,45 7 0,478-3 0,-302-5 0,-318 4 0,0 4 0,-155 32 0,-184 70 0,377-93 0,40-8 0,23-4 0,35-2 0,88-9-1009,-1-7 0,0-5-1,-1-5 1,141-47 0,-316 67 1724,-72 13-100,1 5 1,-165 40-1,273-52-587,7-1-12,0-1 0,0 1 0,0 0 0,1 1 0,-1-1 0,0 1 0,1 0 0,-1 0 0,1 0 0,0 1 0,-1 0 0,1-1 0,-4 5 0,8-6-5,0-1 1,0 1-1,0-1 0,0 1 1,0 0-1,0-1 1,0 1-1,0 0 1,0-1-1,0 1 0,0-1 1,0 1-1,1 0 1,-1-1-1,0 1 0,0-1 1,1 1-1,-1-1 1,0 1-1,1-1 0,-1 1 1,0-1-1,1 1 1,-1-1-1,1 1 1,-1-1-1,1 0 0,-1 1 1,1-1-1,-1 0 1,1 1-1,-1-1 0,1 0 1,1 1-1,23 8 273,20 3 109,1-2-1,90 7 1,98-11 52,-161-5-518,31-2 73,-53-1 0,0 2 0,53 7 0,-104-7 0,0 0 0,1 0 0,-1 0 0,0 0 0,1 0 0,-1 0 0,0 0 0,1 0 0,-1 0 0,0 0 0,1 0 0,-1 0 0,0 0 0,0 0 0,1 0 0,-1 0 0,0 0 0,1 0 0,-1 1 0,0-1 0,1 0 0,-1 0 0,0 0 0,0 1 0,1-1 0,-1 0 0,0 0 0,0 0 0,0 1 0,1-1 0,-1 0 0,0 1 0,0-1 0,0 0 0,0 0 0,0 1 0,1-1 0,-1 0 0,0 1 0,0-1 0,-13 9 0,-27 4 0,-200 44 0,-138 40 0,378-97 0,0 0 0,0 0 0,0 0 0,0 0 0,0 0 0,1 0 0,-1 0 0,0 0 0,0 0 0,0 1 0,0-1 0,0 0 0,0 0 0,0 0 0,0 0 0,0 0 0,1 0 0,-1 0 0,0 1 0,0-1 0,0 0 0,0 0 0,0 0 0,0 0 0,0 0 0,0 1 0,0-1 0,0 0 0,0 0 0,0 0 0,0 0 0,0 0 0,0 1 0,0-1 0,0 0 0,0 0 0,0 0 0,0 0 0,0 0 0,-1 1 0,1-1 0,0 0 0,32 3 0,42-2 0,-19-2 0,-35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8:30:23.662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7 9150,'54'169'0,"-30"-176"0,-78-162 0,30 176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8:30:29.076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0 406 7932,'35'24'0,"-35"-454"0,-35 836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8:30:37.811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40 165 9450,'0'7'0,"0"-1"0,0 1 0,0-1 0,0 1 0,-1-1 0,1 0 0,0 1 0,0-1 0,-1 0 0,1 0 0,0 0 0,-1-1 0,1 1 0,0-1 0,-1 1 0,1-1 0,-1 0 0,1 0 0,-1 0 0,1-1 0,-1 0 0,0 0 0,1 0 0,-1 0 0,0 0 0,1-1 0,-1 0 0,0 0 0,1-1 0,-1 1 0,0-1 0,0 0 0,1-1 0,-1 1 0,0-1 0,0 0 0,1-1 0,-1 1 0,0-1 0,0 0 0,0-1 0,1 1 0,-1-1 0,0 0 0,0-1 0,1 1 0,-1-1 0,0 0 0,0-1 0,1 1 0,-1-1 0,0 0 0,1 0 0,-1-1 0,0 0 0,1 0 0,-1 0 0,0 0 0,1 0 0,-1-1 0,1 0 0,-1 0 0,1 0 0,-1-1 0,1 1 0,0-1 0,-1 1 0,1-1 0,0 0 0,-1 0 0,1 0 0,0-1 0,0 1 0,-1 0 0,1-1 0,0 1 0,0-1 0,0 1 0,0-1 0,0 1 0,0 0 0,0-1 0,0 1 0,0-1 0,1 1 0,-1 0 0,0-1 0,0 1 0,1 0 0,-1 0 0,0 0 0,1 1 0,-1-1 0,0 1 0,1-1 0,-1 1 0,1 0 0,-1 0 0,1 0 0,-1 1 0,1 0 0,0 0 0,-1 0 0,1 0 0,0 0 0,-1 1 0,1 0 0,0 0 0,-1 1 0,1-1 0,0 1 0,0 0 0,-1 1 0,1-1 0,0 1 0,0 0 0,-1 1 0,1-1 0,0 1 0,0 0 0,0 1 0,-1-1 0,1 1 0,0 0 0,0 1 0,-1-1 0,1 1 0,0 0 0,0 1 0,-1-1 0,1 1 0,0 0 0,-1 0 0,1 1 0,0 0 0,-1 0 0,1 0 0,0 0 0,-1 0 0,1 1 0,-1 0 0,1 0 0,-1 0 0,1 1 0,-1-1 0,0 1 0,1-1 0,-1 1 0,0 0 0,1 0 0,-1 0 0,0 1 0,0-1 0,1 0 0,-1 1 0,0-1 0,0 1 0,0-1 0,0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8:31:23.036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11 486 6553,'-9'-172'1763,"8"266"1049,3 90 1264,-2-184-4059,0 0-1,0 0 1,0 0-1,0 0 1,0 0 0,0 0-1,1-1 1,-1 1 0,0 0-1,0 0 1,0 0-1,0 0 1,0 0 0,0 0-1,1 0 1,-1 0 0,0 0-1,0 0 1,0 0 0,0 0-1,0 0 1,0 0-1,1 0 1,-1 0 0,0 0-1,0 0 1,0 0 0,0 0-1,0 1 1,0-1 0,0 0-1,1 0 1,-1 0-1,0 0 1,0 0 0,0 0-1,0 0 1,0 0 0,0 0-1,0 0 1,0 1 0,0-1-1,0 0 1,1 0-1,-1 0 1,0 0 0,0 0-1,0 0 1,0 1 0,0-1-1,0 0 1,0 0 0,0 0-1,0 0 1,0 0-1,0 1 1,9-21-358,6-25-651,-4-3 263,-1 11 94,-2 0 1,6-55-1,-7 212 4844,-7-89-3395,-7 201 2001,44-518-10847,9-83 3267,-46 335 4822,-2 26 1028,-2 24 1069,-5 41 501,4 1 0,1 85 0,19 119 3138,-2-64-5499,-5-430-7748,9 17 3962,-18 367 8664,3-63-3698,-3 9-510,2 112 396,-1-210-1345,0 0 1,0 0 0,0 0 0,0 0 0,0 0 0,0 1 0,0-1 0,0 0 0,0 0-1,0 0 1,0 0 0,0 0 0,0 0 0,0 1 0,0-1 0,0 0 0,1 0 0,-1 0-1,0 0 1,0 0 0,0 0 0,0 0 0,0 0 0,0 0 0,0 1 0,0-1-1,1 0 1,-1 0 0,0 0 0,0 0 0,0 0 0,0 0 0,0 0 0,0 0 0,0 0-1,1 0 1,-1 0 0,0 0 0,0 0 0,0 0 0,0 0 0,0 0 0,0 0 0,1 0-1,-1 0 1,0 0 0,0 0 0,0 0 0,0 0 0,0 0 0,0 0 0,1 0-1,-1-1 1,0 1 0,0 0 0,0 0 0,0 0 0,0 0 0,0 0 0,0 0 0,0 0-1,0 0 1,0-1 0,1 1 0,-1 0 0,0 0 0,0 0 0,0 0 0,12-15-102,11-21-1776,13-35-146,-4-2 0,-3-1 0,-3-1 0,17-86 0,-42 157 1975,2-6-122,-1 0 1,-1 1-1,0-1 0,0 0 1,-1-17-1,-13 86 3359,4-26-2052,-22 78 1527,16-61-1764,3 0 0,-12 89 0,26-335-2404,-3 117-495,10-92 0,-5 161 1806,2 14 693,5 19 707,4 23 163,-2 2-1,-2-1 0,8 87 0,-6 151 825,-14-218-1874,0-53-774,2-47-1828,4-130-3093,-3-86 2228,-2 437 9694,-14 122-3090,4-214-2765,9-85-1320,6-62-2763,19-177-4972,18-214 3527,-48 638 14529,-3 67-4415,-3-70-3308,31-358-10511,-4-3 3348,21-337 1358,-35 488 3817,2 8 1171,0 23 717,3 31 1267,16 337 6932,-22 8-8351,8-695-13329,2-266 5170,-7 756 16839,2 203-4953,-2-372-4071,2-48-1144,21-261-8113,-15-5 3768,-10 252 3712,1 38 186,3 18 1068,5 24 1198,33 256 5571,-33 160-5127,0-546-9328,3-31 2924,-1-205-2479,-12 110 5444,3 214 1743,3 23 797,7 34 1622,5 135 4089,-18 5-3524,-32 191-2406,23-294-1526,11-82 91,4-17-458,9-29-1773,31-107-5653,-4-3 3470,63-314 1649,-100 562 11383,-18 215-430,-49 152-6837,29-335-1306,107-509-12320,-36 123 7212,-22 149 4554,3-49 514,-5 246 6631,-2 197 2028,-19 1-5549,1-85-3328,20-261-734,-1 15-806,65-371-11489,-25 120 11342,-23 138 1945,-39 226 7278,-6 78-2419,2-25-1381,5-46-1989,-8 67-1030,2 160 0,14-302-459,0-1 0,0 1 0,1 0-1,-1 0 1,0 0 0,0 0 0,0 0-1,0 0 1,0 0 0,0 0 0,0 0-1,0 0 1,0 0 0,0 0 0,1 0-1,-1 0 1,0 0 0,0 0 0,0 0-1,0 0 1,0 1 0,0-1 0,0 0-1,0 0 1,0 0 0,0 0 0,0 0-1,1 0 1,-1 0 0,0 0 0,0 0 0,0 0-1,0 0 1,0 0 0,0 0 0,0 0-1,0 0 1,0 1 0,0-1 0,0 0-1,0 0 1,0 0 0,0 0 0,0 0-1,0 0 1,0 0 0,0 0 0,0 0-1,0 0 1,0 1 0,0-1 0,0 0-1,0 0 1,0 0 0,0 0 0,0 0-1,6-12-444,9-29-1412,-12 34 1345,-2 3 331,119-359-12086,-94 270 10894,27-189 0,-50 258 1827,-5 38 1804,-4 42 1095,-37 237 5975,-12 105-6699,56-369-2549,6-37-421,10-45-2045,54-273-6127,-24 96 5284,-42 287 5940,-4 118 2265,-13 92-1965,13-242-2215,-1-25-775,0 0 1,0 0-1,1 0 1,-1 0-1,0 0 1,0 0 0,0 0-1,0 0 1,1 0-1,-1 1 1,0-1 0,0 0-1,0 0 1,0 0-1,1 0 1,-1 0-1,0 0 1,0 0 0,0 0-1,1-1 1,-1 1-1,0 0 1,0 0 0,0 0-1,0 0 1,1 0-1,-1 0 1,0 0-1,0 0 1,0 0 0,0 0-1,1-1 1,-1 1-1,0 0 1,0 0 0,0 0-1,0 0 1,0 0-1,0-1 1,0 1 0,0 0-1,1 0 1,-1 0-1,0 0 1,0-1-1,0 1 1,0 0 0,0 0-1,0 0 1,0 0-1,0-1 1,0 1 0,20-47-1620,54-176-5678,8-121 2663,-86 390 7624,0 53-1,1 3-279,-32 236 3457,42-422-8496,22-259-3866,-14 389 7298,-9-10-630,0 51 0,-6-74-473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8:30:49.374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 6553,'0'0'0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8:30:49.583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 6553,'0'0'0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8:30:49.822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 6553,'0'0'0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8:30:51.472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1 6553,'0'0'0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8:31:32.262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167 177 6553,'0'-27'368,"0"42"1821,0 32 541,0 167 3651,0-509-9401,-8 481 5539,33-472-5984,-25 285 3478,0 0 0,0 1 0,0-1 0,0 0 0,0 1 0,0-1 0,0 1 0,0-1 0,0 0 0,0 1 1,1-1-1,-1 0 0,0 1 0,0-1 0,0 1 0,1-1 0,-1 1 0,0-1 0,1 1 0,-1-1 0,0 1 0,1-1 0,-1 1 1,1-1-1,-1 1 0,2-1 0,5 14 782,4 31 446,0 195 2039,-11-225-2457,0-49-1568,-1-26-994,10-90 1,-9 151 1742,0 0 0,0-1 1,0 1-1,0-1 0,0 1 0,0 0 0,0-1 1,0 1-1,0-1 0,0 1 0,0-1 0,0 1 1,0 0-1,0-1 0,1 1 0,-1-1 0,0 1 1,0 0-1,0-1 0,1 1 0,-1 0 1,0-1-1,0 1 0,1 0 0,-1-1 0,0 1 1,1 0-1,-1 0 0,0-1 0,1 1 0,-1 0 1,1 0-1,7 11 557,5 24 368,-3 26 318,-1 1-1,0 108 0,27-524-8566,-29 334 6101,-3 38 1740,-1 39 1062,-5 10-555,-3-1 1,-19 91 0,73-361-4551,-49 203 3524,0 1 1,0-1-1,0 1 0,0-1 0,0 1 0,0-1 0,0 1 1,0-1-1,0 1 0,1-1 0,-1 1 0,0-1 1,0 1-1,0-1 0,1 1 0,-1-1 0,0 1 0,1-1 1,-1 1-1,0 0 0,1-1 0,-1 1 0,0 0 0,1-1 1,-1 1-1,1 0 0,-1-1 0,1 1 0,-1 0 1,1 0-1,-1 0 0,2-1 0,6 17 885,1 30 473,-1 55 284,-6 118 1,13-386-6806,38-112 1581,-53 279 3601,0 0 0,1 0 1,-1 1-1,0-1 0,0 0 0,0 0 0,0 0 0,1 0 1,-1 0-1,0 1 0,0-1 0,0 0 0,1 0 1,-1 0-1,0 0 0,0 0 0,0 0 0,1 0 0,-1 0 1,0 0-1,0 0 0,0 0 0,1 0 0,-1 0 1,0 0-1,0 0 0,1 0 0,-1 0 0,0 0 1,0 0-1,0 0 0,1 0 0,-1 0 0,0-1 0,0 1 1,0 0-1,0 0 0,1 0 0,-1 0 0,0 0 1,0 0-1,0-1 0,5 29 1555,2 466 7908,1-655-15106,-1 87 3653,21-95-1,-10 104 952,-14 63 1103,-1 8 395,2 13 546,3 36 43,-2 0 0,-3 0-1,-3 1 1,-10 97 0,33-430-6617,-19 243 4907,0-9-283,2 0 0,19-69-1,-16 157 3153,-7 10 590,-9 99 0,0-100-1879,-1 0 0,-4 0 0,-32 94 0,43-144-859,0 0-1,-1 0 0,1-1 0,-1 1 1,0-1-1,0 1 0,0-1 0,-1 0 1,1 0-1,-1 0 0,1 0 0,-1 0 1,0 0-1,0-1 0,-7 4 0,8-5-73,-1 0 0,0-1 0,0 1 0,1-1 0,-1 0 0,0 0 0,0 0 0,1 0 0,-1 0 0,0-1 0,0 1 0,1-1 0,-1 0 0,0 0 0,1 0 0,-1 0 0,1 0 0,0-1 0,-1 1 0,1-1 0,0 1 0,0-1 0,-4-3 0,-11-9-617,1-1-1,0 0 0,0-1 0,2-1 0,0 0 0,1-1 0,-18-34 0,27 46 395,1 0 0,1 0 0,-1 0 0,1-1 0,0 1 0,0-1 0,1 1 0,0-1 0,0 1 0,0-1 0,1 0 0,0 1 0,0-1 0,1 0 0,0 1 0,0-1 0,1 1 0,-1-1 0,1 1 0,1 0 0,-1-1 0,1 1 0,0 0 0,1 1 0,-1-1 0,1 1 0,0-1 0,1 1 0,8-8 1,4-2-1021,0 2 1,1 0 0,32-17 0,-20 15 424,60-20-1,-42 20 1206,0 3 1,1 2-1,56-4 0,-82 12 336,1 1 1,-1 2-1,1 0 1,-1 1-1,42 10 1,-53-10-481,-1 2 1,0-1 0,0 2-1,-1-1 1,1 1 0,-1 1-1,0 0 1,-1 0 0,1 1-1,-1 1 1,-1-1 0,1 1 0,12 17-1,-18-21-30,0 1 0,-1 0-1,0 0 1,0 0 0,-1 0 0,1 0-1,-1 0 1,0 0 0,-1 0 0,1 1-1,-1-1 1,0 0 0,0 0-1,-1 1 1,1-1 0,-1 0 0,0 0-1,-1 1 1,1-1 0,-1 0 0,0-1-1,-5 10 1,0-1 225,0 0 0,-1 0 0,-1-1 1,0 0-1,0-1 0,-1 0 0,-12 10 0,-2-2-404,-1-1 1,-1-1-1,0-1 1,-1-2-1,-1-1 1,0-1-1,-1-1 1,0-1 0,-46 8-1,35-10-309,-1-2 0,0-2 0,-1-2 0,1-1-1,0-3 1,-64-9 0,97 10 209,-1-1 16,0 1-1,0-1 1,0 0-1,1-1 1,-1 0 0,-14-7-1,22 9 7,-1 0 1,1 0-1,0 0 0,-1 0 0,1 0 1,0-1-1,0 1 0,0 0 0,0 0 1,0-1-1,1 1 0,-1-1 0,0 1 1,1-1-1,-1 1 0,0-1 0,1-2 1,-1 1-91,1 0 1,1 0 0,-1 0 0,0 0 0,1 0 0,-1 0 0,1 1 0,0-1 0,0 0-1,0 0 1,0 0 0,3-4 0,3-2-393,-1-1 1,1 1-1,1 1 0,0-1 1,0 1-1,1 0 0,0 1 1,0 0-1,0 1 0,1 0 1,0 0-1,0 1 0,1 0 0,12-3 1,16-5 118,1 2 1,61-10 0,-96 20 480,31-6 292,0 1 0,1 2 0,0 2 0,0 1 0,46 4 0,-83-3-342,0 0 0,1 0 0,-1 0 0,1 0 0,-1 0 0,0 0 0,1 0 0,-1 0 0,1 1 0,-1-1 0,0 0 0,1 0-1,-1 0 1,0 0 0,1 1 0,-1-1 0,0 0 0,1 0 0,-1 0 0,0 1 0,1-1 0,-1 0 0,0 1 0,0-1 0,1 0 0,-1 1 0,0-1 0,0 0 0,0 1 0,1-1 0,-1 0-1,0 1 1,0-1 0,0 1 0,0-1 0,0 0 0,0 1 0,0 0 0,-11 15 1419,-23 10 1015,6-8-1919,-1-2 1,-1 0 0,-1-2 0,0-2-1,0-1 1,-1-1 0,-1-1 0,0-2-1,0-2 1,-42 2 0,73-7-584,1 0 0,-1 0 0,1 0 0,-1 0 0,0-1 0,1 1 0,-1 0 0,1-1 0,-1 0 0,1 1 0,-1-1 0,1 0 0,0 0 0,-1 1 0,1-1 0,0 0 0,0-1 0,-1 1 0,1 0 0,0 0 0,0 0 0,0-1 0,0 1 0,1 0 0,-1-1 0,0 1 0,0-1 0,1 1 0,-1-1 0,1 1 0,0-1 0,-1 0 0,1 1 0,0-1 0,0 1 0,0-1 0,0 0 0,0 1 0,0-1 0,0 1 0,1-1 0,-1 1 0,1-3 0,1-5-473,0-1 0,1 1 0,0 0 0,0 0 0,1 0 1,6-11-1,1 4-367,0 1 0,1 0 0,1 1 0,0 0 0,1 1 0,1 1 0,0 0 0,0 1 0,22-12 0,5 0-377,1 2 0,71-25 0,-73 32 1407,0 2-1,0 2 1,1 1-1,0 3 0,73 1 3009,-137 14-1208,-37 7 999,-150 24 3327,-7-9-3984,101-16-1877,324-27-417,-87 9 0,218-23-729,-320 21 772,-30-3-602,-41-3-2558,-101-5-40,-85 5 4108,-160 14 2488,567-8-830,531 1-2089,-1045 2-520,-551 68 0,1033-68 0,-44 4 0,706-4 0,-785 2 0,-22-1 0,-29-1 0,-39-1 0,-60-3 0,-201 16 0,323-6 0,17 1 0,25 5 0,81 16 0,1-4 0,1-6 0,0-4 0,1-5 0,138-9 0,-214-2 0,-37 4 0,0 0 0,0 0 0,-1-1 0,1 1 0,0 0 0,0 0 0,0 0 0,0 0 0,0 0 0,0 0 0,0 0 0,0 0 0,0 0 0,0-1 0,0 1 0,0 0 0,0 0 0,0 0 0,0 0 0,0 0 0,0 0 0,0 0 0,0-1 0,0 1 0,0 0 0,0 0 0,0 0 0,0 0 0,0 0 0,0 0 0,0 0 0,0 0 0,0-1 0,0 1 0,0 0 0,0 0 0,0 0 0,0 0 0,0 0 0,0 0 0,1 0 0,-1 0 0,-64-7 0,-99 6 0,-220 27 0,368-25 0,-36 4 0,-83 19 0,369-89-6571,107-37 1971,-326 92 5240,-29 4 426,-40 2 963,43 4-1781,-18-1 353,-137-1 1536,143 3-1937,1 1 0,-1 1 0,0 1 0,1 1-1,-29 15 1328,50-20-1506,17 4 942,24 2-178,65 0-1588,1-5 0,0-4 0,0-5 1,120-24-1,-199 23 974,-28 9-188,1 0 1,-1 0 0,0 0 0,0 0-1,0 0 1,1 0 0,-1-1 0,0 1-1,0 0 1,0 0 0,0 0 0,0 0-1,1 0 1,-1-1 0,0 1 0,0 0 0,0 0-1,0 0 1,0 0 0,0-1 0,0 1-1,0 0 1,0 0 0,0 0 0,0-1-1,0 1 1,0 0 0,0 0 0,0 0 0,0-1-1,0 1 1,0 0 0,0 0 0,0 0-1,0 0 1,0-1 0,0 1 0,0 0-1,0 0 1,0 0 0,0-1 0,0 1-1,0 0 1,0 0 0,-1 0 0,1 0 0,0 0-1,0-1 1,0 1 0,0 0 0,0 0-1,-1 0 1,1 0 0,-48-15-2117,0 7 2665,-1 3 0,1 1 0,-82 5 0,43 5 517,-101 22 1,128-11-458,60-17-572,0 0 0,0 0 0,-1 0 0,1 0 0,0 0 0,0 0 0,-1 0-1,1 0 1,0 0 0,-1 0 0,1 0 0,0 1 0,0-1 0,-1 0 0,1 0 0,0 0 0,0 0 0,0 0-1,-1 1 1,1-1 0,0 0 0,0 0 0,0 0 0,-1 0 0,1 1 0,0-1 0,0 0 0,0 0-1,0 1 1,0-1 0,0 0 0,-1 0 0,1 1 0,0-1 0,0 0 0,0 0 0,0 1 0,0-1-1,0 0 1,0 0 0,0 1 0,0-1 0,0 0 0,0 1 0,0-1 0,0 0 0,1 1 0,30 4 1011,144-9-1370,-100-3-1443,0-4 0,-1-3 0,110-36 0,-36-1 1843,-147 51-72,-1 0-1,1 0 1,-1 0 0,0 0-1,1 0 1,-1 0-1,0 0 1,1 0 0,-1 0-1,1 0 1,-1 0-1,0-1 1,1 1 0,-1 0-1,0 0 1,1 0 0,-1-1-1,0 1 1,1 0-1,-1 0 1,0-1 0,0 1-1,1 0 1,-1-1-1,0 1 1,0 0 0,1-1-1,-1 1 1,0 0-1,0-1 1,0 1 0,0-1-1,-10-7-941,-22-2-207,13 8 1465,0 0 0,0 1-1,-1 1 1,1 1 0,0 0 0,-1 2 0,1 0 0,0 1 0,1 1 0,-21 8 0,-1 3 255,0 2 0,1 2 1,-52 34-1,90-54-536,1 1 1,-1-1-1,0 0 1,1 0-1,-1 1 1,1-1-1,-1 0 1,1 1-1,-1-1 1,1 1-1,-1-1 1,1 1-1,-1-1 0,1 1 1,0-1-1,-1 1 1,1-1-1,0 1 1,-1-1-1,1 1 1,0 0-1,0-1 1,-1 1-1,1-1 1,0 1-1,0 0 1,0-1-1,0 1 0,0 0 1,0-1-1,0 1 1,0 0-1,0-1 1,0 1-1,0-1 1,1 1-1,-1 1 1,2 0 42,-1-1 0,1 1 0,0-1 0,0 1 0,0-1 0,0 0 0,0 0 0,0 1 0,0-1 0,0-1 0,2 2 0,59 14 1273,-38-15-1244,-1 0 0,0-2-1,0 0 1,0-2 0,0-1 0,37-10 0,-61 14-109,1 0 0,0 0 0,-1 0 0,1 0 0,-1 0-1,1 0 1,0 0 0,-1 0 0,1 0 0,-1-1 0,1 1-1,-1 0 1,1 0 0,0-1 0,-1 1 0,1 0 0,-1-1 0,1 1-1,-1 0 1,0-1 0,1 1 0,-1-1 0,1 1 0,-1-1-1,0 1 1,1-1 0,-1 1 0,0-1 0,0 1 0,1-1-1,-1 0 1,0 1 0,0-1 0,0 0 0,-17-13-761,-33-3 531,40 15 279,-1 2 1,0-1 0,1 1-1,-1 1 1,-18 2 0,26-2-28,1-1 0,-1 0 1,1 1-1,0-1 0,-1 1 1,1 0-1,0 0 0,0 0 0,-1 0 1,1 0-1,0 0 0,0 1 1,0-1-1,1 1 0,-1 0 1,0-1-1,0 1 0,1 0 0,-1 0 1,1 0-1,0 0 0,0 0 1,-1 0-1,1 0 0,0 0 0,1 1 1,-1-1-1,0 0 0,1 1 1,-1-1-1,1 5 0,0-5 12,1-1-1,-1 1 1,1 0-1,-1 0 1,1 0-1,0 0 1,0-1-1,0 1 1,0 0-1,0-1 1,1 1-1,-1-1 1,0 1-1,1-1 1,-1 0-1,1 1 1,-1-1-1,1 0 1,0 0-1,0 0 1,-1 0-1,1 0 1,0-1-1,3 2 1,51 13 339,-51-14-328,30 4-133,-1-1-1,1-2 1,0-2 0,0-1 0,-1-1-1,1-2 1,-1-2 0,0-1 0,49-17-1,-81 24 62,0 0 0,-1-1 0,1 1 0,-1-1 0,1 1 0,-1-1 0,1 0 0,-1 1 0,0-1 0,1 0 0,-1 0 0,0 0 0,0 0 0,1 0 0,-1 0-1,0-1 1,1-1 0,-2 2-4,0 1-1,0-1 1,0 0-1,0 1 1,0-1 0,0 0-1,-1 1 1,1-1-1,0 1 1,0-1-1,-1 0 1,1 1-1,0-1 1,-1 1-1,1-1 1,-1 1-1,1-1 1,0 1 0,-1-1-1,1 1 1,-1 0-1,0-1 1,1 1-1,-1 0 1,1-1-1,-1 1 1,-1-1-1,-4-2 14,-1 1-1,1-1 0,-1 1 0,0 0 0,0 0 1,-10 0-1,1 1 135,0 1 1,0 1-1,0 0 1,-18 4 0,27-4-70,1 1-1,-1-1 1,1 1 0,-1 0 0,1 1 0,0 0 0,0 0 0,0 0 0,1 0 0,-1 1 0,1 0 0,-10 9-1,14-12-23,0 0 0,0 0 0,1-1 0,-1 1 0,0 0 0,0 0 0,1 1 0,-1-1 0,1 0 0,-1 0 0,1 0 0,-1 0 0,1 0 0,0 1 0,-1-1 0,1 0 0,0 0-1,0 0 1,0 1 0,0-1 0,0 0 0,0 0 0,1 1 0,-1-1 0,0 0 0,1 2 0,0-2 12,0 1-1,0-1 1,1 0 0,-1 0-1,0 1 1,1-1 0,-1 0-1,1 0 1,-1 0 0,1-1-1,-1 1 1,1 0 0,0-1-1,-1 1 1,1-1 0,2 1-1,0 0-19,1 0 0,-1 0 0,1-1 0,0 1 0,-1-1-1,1 0 1,-1-1 0,1 1 0,0-1 0,-1 0 0,1 0 0,-1 0 0,0-1-1,5-2 1,-7 4-64,-1-1-1,0 0 1,1 0-1,-1 0 1,0-1-1,0 1 1,1 0-1,-1 0 1,0-1-1,0 1 1,0-1-1,-1 1 1,1-1-1,0 1 1,0-1-1,-1 1 1,1-1-1,-1 0 1,0 1-1,1-1 0,-1 0 1,0 1-1,0-1 1,0 0-1,0-2 1,-1 1-69,0-1 1,-1 1-1,1 0 0,-1 0 1,1 0-1,-1 0 1,0 0-1,0 0 0,-1 0 1,1 1-1,-5-5 1,-3-1-485,0 0 0,0 1 0,0 0 0,-1 1 1,0 0-1,-14-5 0,-16-2-1798,-67-11 0,-44 7 2449,-158 19 4379,-109 7 5846,403-7-10261,0 0 0,-29 8 0,-12 2 0,54-12 0,0 0 0,0 0 0,0 1 0,1-1 0,-1 1 0,0-1 0,0 1 0,1 0 0,-1 0 0,0 1 0,1-1 0,-4 3 0,5-2 0,0 0 0,0-1 0,0 1 0,0 0 0,1 0 0,-1 1 0,1-1 0,-1 0 0,1 0 0,0 0 0,0 0 0,0 0 0,0 0 0,0 0 0,0 1 0,1-1 0,-1 0 0,2 3 0,65 270 0,-66-274 1,-1 1 0,1-1-1,-1 1 1,1-1 0,0 1-1,0-1 1,-1 1 0,1-1-1,0 0 1,0 1 0,1-1-1,-1 0 1,0 0 0,0 0-1,0 0 1,1 0 0,-1 0-1,1 0 1,-1 0 0,0-1 0,1 1-1,0 0 1,-1-1 0,1 1-1,-1-1 1,1 0 0,0 1-1,-1-1 1,1 0 0,-1 0-1,3 0 1,57-7-202,-50 5 38,20-4-433,0-1 0,0-2 0,0-1 1,-2-1-1,1-2 0,-1-1 0,40-26 0,-56 25 591,-12 10-24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8:31:40.886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0 131 6553,'5'-24'-56,"4"-48"0,-2 38 1337,-7 34-1241,8 66 1112,-2 1 0,-5 76 0,-1-94-514,0-33-597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8:31:54.058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 6553,'0'0'0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8:32:03.102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86 6553,'12'-5'208,"0"1"0,0 0 1,0 1-1,0 0 0,1 1 0,24-2 0,84 6 993,-56 0-495,1269-2 13952,-1291-2-14658,0-2 0,49-11 0,-43 6 0,58-4 0,-18 3 0,-61 5 0,51-2 0,664 8 0,-725 1 0,0 0 0,-1 0 0,1 2 0,24 8 0,-23-6 0,0-1 0,1-1 0,27 2 0,63 5 0,30 0 0,-75-10 0,99 13 0,-94-7 0,0-4 0,74-5 0,-21-1 0,611 3 0,-715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8:32:25.156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0 0 6553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8:32:27.949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 6553,'0'0'0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8:32:31.560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0 6553,'0'0'0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8:32:32.818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0 6553,'0'0'0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6.xml"/><Relationship Id="rId4" Type="http://schemas.openxmlformats.org/officeDocument/2006/relationships/customXml" Target="../ink/ink2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8.xml"/><Relationship Id="rId18" Type="http://schemas.openxmlformats.org/officeDocument/2006/relationships/image" Target="../media/image10.png"/><Relationship Id="rId26" Type="http://schemas.openxmlformats.org/officeDocument/2006/relationships/customXml" Target="../ink/ink16.xml"/><Relationship Id="rId3" Type="http://schemas.openxmlformats.org/officeDocument/2006/relationships/customXml" Target="../ink/ink3.xml"/><Relationship Id="rId21" Type="http://schemas.openxmlformats.org/officeDocument/2006/relationships/customXml" Target="../ink/ink12.xml"/><Relationship Id="rId34" Type="http://schemas.openxmlformats.org/officeDocument/2006/relationships/customXml" Target="../ink/ink22.xml"/><Relationship Id="rId7" Type="http://schemas.openxmlformats.org/officeDocument/2006/relationships/customXml" Target="../ink/ink5.xml"/><Relationship Id="rId12" Type="http://schemas.openxmlformats.org/officeDocument/2006/relationships/image" Target="../media/image7.png"/><Relationship Id="rId17" Type="http://schemas.openxmlformats.org/officeDocument/2006/relationships/customXml" Target="../ink/ink10.xml"/><Relationship Id="rId25" Type="http://schemas.openxmlformats.org/officeDocument/2006/relationships/image" Target="../media/image11.png"/><Relationship Id="rId33" Type="http://schemas.openxmlformats.org/officeDocument/2006/relationships/customXml" Target="../ink/ink21.xml"/><Relationship Id="rId2" Type="http://schemas.openxmlformats.org/officeDocument/2006/relationships/image" Target="../media/image2.png"/><Relationship Id="rId16" Type="http://schemas.openxmlformats.org/officeDocument/2006/relationships/image" Target="../media/image9.png"/><Relationship Id="rId20" Type="http://schemas.openxmlformats.org/officeDocument/2006/relationships/image" Target="../media/image1.png"/><Relationship Id="rId29" Type="http://schemas.openxmlformats.org/officeDocument/2006/relationships/customXml" Target="../ink/ink1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11" Type="http://schemas.openxmlformats.org/officeDocument/2006/relationships/customXml" Target="../ink/ink7.xml"/><Relationship Id="rId24" Type="http://schemas.openxmlformats.org/officeDocument/2006/relationships/customXml" Target="../ink/ink15.xml"/><Relationship Id="rId32" Type="http://schemas.openxmlformats.org/officeDocument/2006/relationships/customXml" Target="../ink/ink20.xml"/><Relationship Id="rId5" Type="http://schemas.openxmlformats.org/officeDocument/2006/relationships/customXml" Target="../ink/ink4.xml"/><Relationship Id="rId15" Type="http://schemas.openxmlformats.org/officeDocument/2006/relationships/customXml" Target="../ink/ink9.xml"/><Relationship Id="rId23" Type="http://schemas.openxmlformats.org/officeDocument/2006/relationships/customXml" Target="../ink/ink14.xml"/><Relationship Id="rId28" Type="http://schemas.openxmlformats.org/officeDocument/2006/relationships/customXml" Target="../ink/ink17.xml"/><Relationship Id="rId10" Type="http://schemas.openxmlformats.org/officeDocument/2006/relationships/image" Target="../media/image6.png"/><Relationship Id="rId19" Type="http://schemas.openxmlformats.org/officeDocument/2006/relationships/customXml" Target="../ink/ink11.xml"/><Relationship Id="rId31" Type="http://schemas.openxmlformats.org/officeDocument/2006/relationships/customXml" Target="../ink/ink19.xml"/><Relationship Id="rId4" Type="http://schemas.openxmlformats.org/officeDocument/2006/relationships/image" Target="../media/image3.png"/><Relationship Id="rId9" Type="http://schemas.openxmlformats.org/officeDocument/2006/relationships/customXml" Target="../ink/ink6.xml"/><Relationship Id="rId14" Type="http://schemas.openxmlformats.org/officeDocument/2006/relationships/image" Target="../media/image8.png"/><Relationship Id="rId22" Type="http://schemas.openxmlformats.org/officeDocument/2006/relationships/customXml" Target="../ink/ink13.xml"/><Relationship Id="rId27" Type="http://schemas.openxmlformats.org/officeDocument/2006/relationships/image" Target="../media/image12.png"/><Relationship Id="rId30" Type="http://schemas.openxmlformats.org/officeDocument/2006/relationships/image" Target="../media/image13.png"/><Relationship Id="rId8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09091-ADC5-9E13-D50A-3A9558B305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1710268"/>
            <a:ext cx="7766936" cy="1646302"/>
          </a:xfrm>
        </p:spPr>
        <p:txBody>
          <a:bodyPr/>
          <a:lstStyle/>
          <a:p>
            <a:r>
              <a:rPr lang="en-US" dirty="0" err="1">
                <a:solidFill>
                  <a:schemeClr val="accent2">
                    <a:lumMod val="50000"/>
                  </a:schemeClr>
                </a:solidFill>
                <a:latin typeface="Sitka Display Semibold" pitchFamily="2" charset="0"/>
              </a:rPr>
              <a:t>RevPasswaord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Sitka Display Semibold" pitchFamily="2" charset="0"/>
              </a:rPr>
              <a:t> Manager</a:t>
            </a:r>
            <a:endParaRPr lang="en-IN" dirty="0">
              <a:solidFill>
                <a:schemeClr val="accent2">
                  <a:lumMod val="50000"/>
                </a:schemeClr>
              </a:solidFill>
              <a:latin typeface="Sitka Display Semibold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C7E49D-E369-B439-F48E-C9577D6A7B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Presented by – Shubhada Shingate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Trainer: Manisha Shah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0799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2DF55-663E-9111-EE97-E2F78DDE9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254" y="890016"/>
            <a:ext cx="8596668" cy="1320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INTRODUCTION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B592E3-3E21-2AFC-D609-CB99B68CA3CC}"/>
              </a:ext>
            </a:extLst>
          </p:cNvPr>
          <p:cNvSpPr txBox="1"/>
          <p:nvPr/>
        </p:nvSpPr>
        <p:spPr>
          <a:xfrm>
            <a:off x="1011936" y="2210816"/>
            <a:ext cx="82905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Password Manager is a secure console-based application designed to help users store and manage passwords for multiple online accounts.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tx2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This application allows users to create an account using a master password, generate strong passwords, and securely store credentials.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tx2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It uses a master password and encryption to protect sensitive data and provides basic password management features.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tx2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The application provides features like password generation, storage, and recovery using security questions.</a:t>
            </a:r>
          </a:p>
        </p:txBody>
      </p:sp>
    </p:spTree>
    <p:extLst>
      <p:ext uri="{BB962C8B-B14F-4D97-AF65-F5344CB8AC3E}">
        <p14:creationId xmlns:p14="http://schemas.microsoft.com/office/powerpoint/2010/main" val="2250877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C7511-E144-1818-D462-D8DE0945E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7FED8-2FEE-96A3-861E-7612BFC24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254" y="890016"/>
            <a:ext cx="8596668" cy="1320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Problem Statement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D04A50-E774-A5BC-2D1E-E7F870DCF106}"/>
              </a:ext>
            </a:extLst>
          </p:cNvPr>
          <p:cNvSpPr txBox="1"/>
          <p:nvPr/>
        </p:nvSpPr>
        <p:spPr>
          <a:xfrm>
            <a:off x="1011936" y="2210816"/>
            <a:ext cx="85966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2">
                    <a:lumMod val="50000"/>
                  </a:schemeClr>
                </a:solidFill>
                <a:latin typeface="+mj-lt"/>
              </a:rPr>
              <a:t>To </a:t>
            </a:r>
            <a:r>
              <a:rPr lang="en-US" altLang="en-US">
                <a:solidFill>
                  <a:schemeClr val="tx2">
                    <a:lumMod val="50000"/>
                  </a:schemeClr>
                </a:solidFill>
                <a:latin typeface="+mj-lt"/>
              </a:rPr>
              <a:t>develop a </a:t>
            </a:r>
            <a:r>
              <a:rPr lang="en-US" altLang="en-US" dirty="0">
                <a:solidFill>
                  <a:schemeClr val="tx2">
                    <a:lumMod val="50000"/>
                  </a:schemeClr>
                </a:solidFill>
                <a:latin typeface="+mj-lt"/>
              </a:rPr>
              <a:t>secure, easy-to-use tool that safely stores and manages passwords as many 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users struggle to remember strong and unique passwords for multiple online accounts. </a:t>
            </a:r>
          </a:p>
          <a:p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851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BC48B-3997-78E3-E4D7-30AFB0095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F7AA5-B246-BDE4-2CE8-B204E8FFC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254" y="818432"/>
            <a:ext cx="8596668" cy="1320800"/>
          </a:xfrm>
        </p:spPr>
        <p:txBody>
          <a:bodyPr/>
          <a:lstStyle/>
          <a:p>
            <a:pPr lvl="0" algn="ctr">
              <a:lnSpc>
                <a:spcPts val="6308"/>
              </a:lnSpc>
            </a:pPr>
            <a:r>
              <a:rPr lang="en-US" i="1" dirty="0">
                <a:solidFill>
                  <a:srgbClr val="2D3880"/>
                </a:solidFill>
                <a:ea typeface="Cormorant Garamond Italics"/>
                <a:cs typeface="Cormorant Garamond Italics"/>
                <a:sym typeface="Cormorant Garamond Italics"/>
              </a:rPr>
              <a:t> Features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F069A2-4D50-ABA9-6CB6-39F3E989F9D0}"/>
              </a:ext>
            </a:extLst>
          </p:cNvPr>
          <p:cNvSpPr txBox="1"/>
          <p:nvPr/>
        </p:nvSpPr>
        <p:spPr>
          <a:xfrm>
            <a:off x="1116900" y="1940587"/>
            <a:ext cx="796137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Create a user account with a master password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Log in securely to access the password vault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Add, update, and delete passwords for various accounts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View individual password details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Search passwords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Generate strong random password</a:t>
            </a:r>
            <a:endParaRPr lang="en-US" dirty="0">
              <a:solidFill>
                <a:schemeClr val="tx2">
                  <a:lumMod val="5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Recover forgotten passwords using security question and </a:t>
            </a: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verification codes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7A9B49C-BDB2-3CF9-84E6-D4AC2FD981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4080" y="3978902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9766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D8787-1001-C38A-9ED2-5C0CF6645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3C63C-8173-4362-B15D-40B46862C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254" y="890016"/>
            <a:ext cx="8596668" cy="1320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Technology Used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F8CF48-CD51-E70B-DB00-A21029A7CA20}"/>
              </a:ext>
            </a:extLst>
          </p:cNvPr>
          <p:cNvSpPr txBox="1"/>
          <p:nvPr/>
        </p:nvSpPr>
        <p:spPr>
          <a:xfrm>
            <a:off x="1116900" y="1940587"/>
            <a:ext cx="7961376" cy="4095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ts val="448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+mj-lt"/>
                <a:ea typeface="Glacial Indifference"/>
                <a:cs typeface="Glacial Indifference"/>
                <a:sym typeface="Glacial Indifference"/>
              </a:rPr>
              <a:t>Programming Language: Java</a:t>
            </a:r>
          </a:p>
          <a:p>
            <a:pPr marL="342900" lvl="0" indent="-342900">
              <a:lnSpc>
                <a:spcPts val="4398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+mj-lt"/>
                <a:ea typeface="Glacial Indifference"/>
                <a:cs typeface="Glacial Indifference"/>
                <a:sym typeface="Glacial Indifference"/>
              </a:rPr>
              <a:t>Database: MySQL</a:t>
            </a:r>
          </a:p>
          <a:p>
            <a:pPr marL="342900" lvl="0" indent="-342900">
              <a:lnSpc>
                <a:spcPts val="448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+mj-lt"/>
                <a:ea typeface="Glacial Indifference"/>
                <a:cs typeface="Glacial Indifference"/>
                <a:sym typeface="Glacial Indifference"/>
              </a:rPr>
              <a:t>Connectivity: JDBC</a:t>
            </a:r>
          </a:p>
          <a:p>
            <a:pPr marL="342900" lvl="0" indent="-342900">
              <a:lnSpc>
                <a:spcPts val="448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+mj-lt"/>
                <a:ea typeface="Glacial Indifference"/>
                <a:cs typeface="Glacial Indifference"/>
                <a:sym typeface="Glacial Indifference"/>
              </a:rPr>
              <a:t>Security: Password Encryption</a:t>
            </a:r>
          </a:p>
          <a:p>
            <a:pPr marL="342900" lvl="0" indent="-342900">
              <a:lnSpc>
                <a:spcPts val="448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+mj-lt"/>
                <a:sym typeface="Glacial Indifference"/>
              </a:rPr>
              <a:t>Testing: Junit</a:t>
            </a:r>
          </a:p>
          <a:p>
            <a:pPr marL="342900" lvl="0" indent="-342900">
              <a:lnSpc>
                <a:spcPts val="4480"/>
              </a:lnSpc>
              <a:buFont typeface="Wingdings" panose="05000000000000000000" pitchFamily="2" charset="2"/>
              <a:buChar char="Ø"/>
            </a:pPr>
            <a:endParaRPr lang="en-US" dirty="0">
              <a:solidFill>
                <a:schemeClr val="tx2">
                  <a:lumMod val="50000"/>
                </a:schemeClr>
              </a:solidFill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22A15B6-C225-8CC4-193D-A000DEF0B2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7D3FE78-1084-98AE-A48D-41B6E60B9B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4080" y="3978902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493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AF593-4E96-9A82-09C3-3B7948F2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3034" y="645160"/>
            <a:ext cx="8596668" cy="1320800"/>
          </a:xfrm>
        </p:spPr>
        <p:txBody>
          <a:bodyPr/>
          <a:lstStyle/>
          <a:p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            Flowchart Representation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F6A41C3-C2E5-4055-EE1B-84B3FC0F7146}"/>
              </a:ext>
            </a:extLst>
          </p:cNvPr>
          <p:cNvSpPr/>
          <p:nvPr/>
        </p:nvSpPr>
        <p:spPr>
          <a:xfrm>
            <a:off x="4608576" y="1737360"/>
            <a:ext cx="1402080" cy="4348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START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5AC1E4B-235A-812B-039B-F7868483BAD1}"/>
              </a:ext>
            </a:extLst>
          </p:cNvPr>
          <p:cNvSpPr/>
          <p:nvPr/>
        </p:nvSpPr>
        <p:spPr>
          <a:xfrm>
            <a:off x="1426500" y="2778252"/>
            <a:ext cx="2211597" cy="43484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Master Register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A7A79A3-D84E-145B-6457-2339144698C3}"/>
              </a:ext>
            </a:extLst>
          </p:cNvPr>
          <p:cNvSpPr/>
          <p:nvPr/>
        </p:nvSpPr>
        <p:spPr>
          <a:xfrm>
            <a:off x="4554474" y="2794508"/>
            <a:ext cx="1402080" cy="43484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Login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CE46894-7F2C-3020-5A91-493AE41F2ED3}"/>
              </a:ext>
            </a:extLst>
          </p:cNvPr>
          <p:cNvSpPr/>
          <p:nvPr/>
        </p:nvSpPr>
        <p:spPr>
          <a:xfrm>
            <a:off x="6653022" y="2778252"/>
            <a:ext cx="2395728" cy="43484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Forgot Password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242B937-7BAE-5DC9-B19B-B2477D67E910}"/>
              </a:ext>
            </a:extLst>
          </p:cNvPr>
          <p:cNvSpPr/>
          <p:nvPr/>
        </p:nvSpPr>
        <p:spPr>
          <a:xfrm>
            <a:off x="1158240" y="4020312"/>
            <a:ext cx="1999488" cy="434848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Add/Update 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EEEEE9F-15F8-F02B-2C7F-9EA3563105D6}"/>
              </a:ext>
            </a:extLst>
          </p:cNvPr>
          <p:cNvSpPr/>
          <p:nvPr/>
        </p:nvSpPr>
        <p:spPr>
          <a:xfrm>
            <a:off x="3680268" y="4020312"/>
            <a:ext cx="2186940" cy="434848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Profile Manager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DF3B121-C880-D18F-45ED-2415E5E7BDEF}"/>
              </a:ext>
            </a:extLst>
          </p:cNvPr>
          <p:cNvSpPr/>
          <p:nvPr/>
        </p:nvSpPr>
        <p:spPr>
          <a:xfrm>
            <a:off x="6375273" y="4005072"/>
            <a:ext cx="1402080" cy="434848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Search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815F271-ECE3-6DCE-CE71-E1FB193D45BF}"/>
              </a:ext>
            </a:extLst>
          </p:cNvPr>
          <p:cNvSpPr/>
          <p:nvPr/>
        </p:nvSpPr>
        <p:spPr>
          <a:xfrm>
            <a:off x="8347710" y="3967988"/>
            <a:ext cx="1402080" cy="434848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Logout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A9CF756-6878-8121-EAAE-0DBBF728424B}"/>
              </a:ext>
            </a:extLst>
          </p:cNvPr>
          <p:cNvSpPr/>
          <p:nvPr/>
        </p:nvSpPr>
        <p:spPr>
          <a:xfrm>
            <a:off x="2085975" y="5321808"/>
            <a:ext cx="1885950" cy="434848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2"/>
                </a:solidFill>
              </a:rPr>
              <a:t>Update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5FA361E-1538-41D9-15CC-4F832510928C}"/>
              </a:ext>
            </a:extLst>
          </p:cNvPr>
          <p:cNvSpPr/>
          <p:nvPr/>
        </p:nvSpPr>
        <p:spPr>
          <a:xfrm>
            <a:off x="4554474" y="5321808"/>
            <a:ext cx="2186940" cy="434848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Question Manager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F35CBC1-66BD-ABFC-6CB8-38140A8B838D}"/>
              </a:ext>
            </a:extLst>
          </p:cNvPr>
          <p:cNvSpPr/>
          <p:nvPr/>
        </p:nvSpPr>
        <p:spPr>
          <a:xfrm>
            <a:off x="7161657" y="5321808"/>
            <a:ext cx="1583436" cy="434848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 Reset Pass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DDD9CB1-F2D6-CEF1-7F29-92C17E781B43}"/>
              </a:ext>
            </a:extLst>
          </p:cNvPr>
          <p:cNvCxnSpPr>
            <a:cxnSpLocks/>
          </p:cNvCxnSpPr>
          <p:nvPr/>
        </p:nvCxnSpPr>
        <p:spPr>
          <a:xfrm flipH="1">
            <a:off x="3291840" y="2172208"/>
            <a:ext cx="1109472" cy="473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054AA98-27B2-DD5E-6B2D-EF57CA7A6B6F}"/>
              </a:ext>
            </a:extLst>
          </p:cNvPr>
          <p:cNvCxnSpPr/>
          <p:nvPr/>
        </p:nvCxnSpPr>
        <p:spPr>
          <a:xfrm>
            <a:off x="5218176" y="2292096"/>
            <a:ext cx="0" cy="3535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5DDA99E-B9D6-E6E9-2B77-2D5BC8E5D28A}"/>
              </a:ext>
            </a:extLst>
          </p:cNvPr>
          <p:cNvCxnSpPr/>
          <p:nvPr/>
        </p:nvCxnSpPr>
        <p:spPr>
          <a:xfrm>
            <a:off x="6096000" y="2076704"/>
            <a:ext cx="1754886" cy="568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0D7FA85-EEF0-6C69-919B-A596B074C43C}"/>
              </a:ext>
            </a:extLst>
          </p:cNvPr>
          <p:cNvCxnSpPr>
            <a:cxnSpLocks/>
          </p:cNvCxnSpPr>
          <p:nvPr/>
        </p:nvCxnSpPr>
        <p:spPr>
          <a:xfrm flipH="1">
            <a:off x="2807874" y="3318510"/>
            <a:ext cx="1660447" cy="562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56C3BE8-A270-A1DE-8F7D-071580FE851A}"/>
              </a:ext>
            </a:extLst>
          </p:cNvPr>
          <p:cNvCxnSpPr>
            <a:cxnSpLocks/>
          </p:cNvCxnSpPr>
          <p:nvPr/>
        </p:nvCxnSpPr>
        <p:spPr>
          <a:xfrm>
            <a:off x="5035296" y="3318510"/>
            <a:ext cx="0" cy="649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8A3E0B7-77F8-CD97-EE4B-B5A570B7F343}"/>
              </a:ext>
            </a:extLst>
          </p:cNvPr>
          <p:cNvCxnSpPr>
            <a:cxnSpLocks/>
          </p:cNvCxnSpPr>
          <p:nvPr/>
        </p:nvCxnSpPr>
        <p:spPr>
          <a:xfrm>
            <a:off x="5611368" y="3353689"/>
            <a:ext cx="992886" cy="566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4FF8CFA-3932-D384-4A7F-5CA64A2377C3}"/>
              </a:ext>
            </a:extLst>
          </p:cNvPr>
          <p:cNvCxnSpPr>
            <a:cxnSpLocks/>
          </p:cNvCxnSpPr>
          <p:nvPr/>
        </p:nvCxnSpPr>
        <p:spPr>
          <a:xfrm>
            <a:off x="6096000" y="3201988"/>
            <a:ext cx="2649093" cy="6403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258DD46-2E4A-2235-E498-834D2FC82AE5}"/>
              </a:ext>
            </a:extLst>
          </p:cNvPr>
          <p:cNvCxnSpPr/>
          <p:nvPr/>
        </p:nvCxnSpPr>
        <p:spPr>
          <a:xfrm flipH="1">
            <a:off x="3638097" y="4584192"/>
            <a:ext cx="616911" cy="585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E9E7732-4921-5865-6BAE-26704C4A27FB}"/>
              </a:ext>
            </a:extLst>
          </p:cNvPr>
          <p:cNvCxnSpPr/>
          <p:nvPr/>
        </p:nvCxnSpPr>
        <p:spPr>
          <a:xfrm>
            <a:off x="5118354" y="4594860"/>
            <a:ext cx="274320" cy="585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FBF8690-7664-4F1E-90B9-255F33F4FC74}"/>
              </a:ext>
            </a:extLst>
          </p:cNvPr>
          <p:cNvCxnSpPr/>
          <p:nvPr/>
        </p:nvCxnSpPr>
        <p:spPr>
          <a:xfrm>
            <a:off x="5867208" y="4584192"/>
            <a:ext cx="1704024" cy="585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05CF52D-D39E-05F3-2894-DD1D1389502B}"/>
                  </a:ext>
                </a:extLst>
              </p14:cNvPr>
              <p14:cNvContentPartPr/>
              <p14:nvPr/>
            </p14:nvContentPartPr>
            <p14:xfrm>
              <a:off x="672820" y="1092060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05CF52D-D39E-05F3-2894-DD1D1389502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7180" y="105606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13F12AD-9684-6E2B-B98A-440D25A58924}"/>
                  </a:ext>
                </a:extLst>
              </p14:cNvPr>
              <p14:cNvContentPartPr/>
              <p14:nvPr/>
            </p14:nvContentPartPr>
            <p14:xfrm>
              <a:off x="977740" y="1524060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13F12AD-9684-6E2B-B98A-440D25A5892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1740" y="1488060"/>
                <a:ext cx="72000" cy="7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1310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1C2FC-46FC-C0A0-739C-856073740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5F18B-713A-F672-C30B-EB98FB6A6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254" y="890016"/>
            <a:ext cx="8596668" cy="1320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Project- ERD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1E51EFA-BE10-0F04-78EA-D04609A20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4080" y="3978902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611A38-33F9-16EA-742D-E24C8B8A53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12" t="15616" r="3408" b="5172"/>
          <a:stretch>
            <a:fillRect/>
          </a:stretch>
        </p:blipFill>
        <p:spPr>
          <a:xfrm>
            <a:off x="1308100" y="1711953"/>
            <a:ext cx="8087822" cy="425603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2C262D2-7A1C-3253-0F2B-54671A286266}"/>
              </a:ext>
            </a:extLst>
          </p:cNvPr>
          <p:cNvSpPr/>
          <p:nvPr/>
        </p:nvSpPr>
        <p:spPr>
          <a:xfrm>
            <a:off x="1890088" y="5083802"/>
            <a:ext cx="2514600" cy="9260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 that give a relation between this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11380C-D79E-76CD-E57E-E8CF6E969080}"/>
              </a:ext>
            </a:extLst>
          </p:cNvPr>
          <p:cNvSpPr/>
          <p:nvPr/>
        </p:nvSpPr>
        <p:spPr>
          <a:xfrm>
            <a:off x="6223000" y="4998704"/>
            <a:ext cx="2895600" cy="10441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9C76670-58F2-4485-BEBD-AC60126339A2}"/>
                  </a:ext>
                </a:extLst>
              </p14:cNvPr>
              <p14:cNvContentPartPr/>
              <p14:nvPr/>
            </p14:nvContentPartPr>
            <p14:xfrm>
              <a:off x="4029460" y="4975460"/>
              <a:ext cx="403200" cy="4287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9C76670-58F2-4485-BEBD-AC60126339A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11820" y="4957820"/>
                <a:ext cx="438840" cy="46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F0AFCD5-0726-1853-AAB3-18D30AB98FDA}"/>
                  </a:ext>
                </a:extLst>
              </p14:cNvPr>
              <p14:cNvContentPartPr/>
              <p14:nvPr/>
            </p14:nvContentPartPr>
            <p14:xfrm>
              <a:off x="3657470" y="4731100"/>
              <a:ext cx="788400" cy="4161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F0AFCD5-0726-1853-AAB3-18D30AB98FD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21830" y="4695460"/>
                <a:ext cx="860040" cy="48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13431CB-69F6-3386-3D99-5722909A76A9}"/>
                  </a:ext>
                </a:extLst>
              </p14:cNvPr>
              <p14:cNvContentPartPr/>
              <p14:nvPr/>
            </p14:nvContentPartPr>
            <p14:xfrm>
              <a:off x="6020150" y="5314660"/>
              <a:ext cx="236160" cy="2617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13431CB-69F6-3386-3D99-5722909A76A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984510" y="5278660"/>
                <a:ext cx="307800" cy="33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2AAFA11-4F87-7F5C-E7B2-029D1E18355A}"/>
                  </a:ext>
                </a:extLst>
              </p14:cNvPr>
              <p14:cNvContentPartPr/>
              <p14:nvPr/>
            </p14:nvContentPartPr>
            <p14:xfrm>
              <a:off x="5167310" y="5382700"/>
              <a:ext cx="380160" cy="3265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2AAFA11-4F87-7F5C-E7B2-029D1E18355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131670" y="5347060"/>
                <a:ext cx="451800" cy="39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326EB9C-C7F9-09C7-1A01-BE54650D186D}"/>
                  </a:ext>
                </a:extLst>
              </p14:cNvPr>
              <p14:cNvContentPartPr/>
              <p14:nvPr/>
            </p14:nvContentPartPr>
            <p14:xfrm>
              <a:off x="6192950" y="4564060"/>
              <a:ext cx="28440" cy="637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326EB9C-C7F9-09C7-1A01-BE54650D186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156950" y="4528060"/>
                <a:ext cx="10008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ABFBD02B-CC16-D3C1-1422-7BFF95567C7A}"/>
                  </a:ext>
                </a:extLst>
              </p14:cNvPr>
              <p14:cNvContentPartPr/>
              <p14:nvPr/>
            </p14:nvContentPartPr>
            <p14:xfrm>
              <a:off x="6191150" y="4889140"/>
              <a:ext cx="12960" cy="1551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ABFBD02B-CC16-D3C1-1422-7BFF95567C7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155150" y="4853140"/>
                <a:ext cx="8460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46F1431-2661-46B4-F88B-4CBC7F5ABA7F}"/>
                  </a:ext>
                </a:extLst>
              </p14:cNvPr>
              <p14:cNvContentPartPr/>
              <p14:nvPr/>
            </p14:nvContentPartPr>
            <p14:xfrm>
              <a:off x="6200275" y="4880565"/>
              <a:ext cx="14760" cy="1195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146F1431-2661-46B4-F88B-4CBC7F5ABA7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164275" y="4844565"/>
                <a:ext cx="8640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7FB991E2-6834-056E-2297-15914342018A}"/>
                  </a:ext>
                </a:extLst>
              </p14:cNvPr>
              <p14:cNvContentPartPr/>
              <p14:nvPr/>
            </p14:nvContentPartPr>
            <p14:xfrm>
              <a:off x="6196675" y="4762125"/>
              <a:ext cx="560160" cy="3902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7FB991E2-6834-056E-2297-15914342018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161035" y="4726485"/>
                <a:ext cx="631800" cy="461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73C38BC6-8FB5-85EA-EA44-2A232A549887}"/>
              </a:ext>
            </a:extLst>
          </p:cNvPr>
          <p:cNvGrpSpPr/>
          <p:nvPr/>
        </p:nvGrpSpPr>
        <p:grpSpPr>
          <a:xfrm>
            <a:off x="6190915" y="4527405"/>
            <a:ext cx="624240" cy="393840"/>
            <a:chOff x="6190915" y="4527405"/>
            <a:chExt cx="624240" cy="39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4D8EFF2-287C-0A56-C3C9-FAEA14BC4F9F}"/>
                    </a:ext>
                  </a:extLst>
                </p14:cNvPr>
                <p14:cNvContentPartPr/>
                <p14:nvPr/>
              </p14:nvContentPartPr>
              <p14:xfrm>
                <a:off x="6200635" y="4920885"/>
                <a:ext cx="360" cy="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4D8EFF2-287C-0A56-C3C9-FAEA14BC4F9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164635" y="4885245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1BAEF56-CB00-DF99-6C3F-022FCA395D2C}"/>
                    </a:ext>
                  </a:extLst>
                </p14:cNvPr>
                <p14:cNvContentPartPr/>
                <p14:nvPr/>
              </p14:nvContentPartPr>
              <p14:xfrm>
                <a:off x="6200635" y="4920885"/>
                <a:ext cx="360" cy="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1BAEF56-CB00-DF99-6C3F-022FCA395D2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164635" y="4885245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A424B9F-5ADC-8919-DC1A-5989923FF5AB}"/>
                    </a:ext>
                  </a:extLst>
                </p14:cNvPr>
                <p14:cNvContentPartPr/>
                <p14:nvPr/>
              </p14:nvContentPartPr>
              <p14:xfrm>
                <a:off x="6200635" y="4920885"/>
                <a:ext cx="360" cy="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A424B9F-5ADC-8919-DC1A-5989923FF5A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164635" y="4885245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E74C4FA-CDFE-F1B1-F49B-0FC8437CE673}"/>
                    </a:ext>
                  </a:extLst>
                </p14:cNvPr>
                <p14:cNvContentPartPr/>
                <p14:nvPr/>
              </p14:nvContentPartPr>
              <p14:xfrm>
                <a:off x="6190915" y="4905045"/>
                <a:ext cx="360" cy="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E74C4FA-CDFE-F1B1-F49B-0FC8437CE67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155275" y="4869405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0823FD7-8D06-7C49-E356-3F561FF5F854}"/>
                    </a:ext>
                  </a:extLst>
                </p14:cNvPr>
                <p14:cNvContentPartPr/>
                <p14:nvPr/>
              </p14:nvContentPartPr>
              <p14:xfrm>
                <a:off x="6216835" y="4527405"/>
                <a:ext cx="598320" cy="2440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0823FD7-8D06-7C49-E356-3F561FF5F85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181195" y="4491765"/>
                  <a:ext cx="669960" cy="31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46146C0C-D177-C590-1444-191C8AFC7CD0}"/>
                  </a:ext>
                </a:extLst>
              </p14:cNvPr>
              <p14:cNvContentPartPr/>
              <p14:nvPr/>
            </p14:nvContentPartPr>
            <p14:xfrm>
              <a:off x="4343400" y="4810550"/>
              <a:ext cx="13320" cy="1231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46146C0C-D177-C590-1444-191C8AFC7CD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307400" y="4774910"/>
                <a:ext cx="8496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165D95B8-E873-9E26-208E-2073C4CF9A19}"/>
                  </a:ext>
                </a:extLst>
              </p14:cNvPr>
              <p14:cNvContentPartPr/>
              <p14:nvPr/>
            </p14:nvContentPartPr>
            <p14:xfrm>
              <a:off x="7324500" y="5638530"/>
              <a:ext cx="360" cy="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165D95B8-E873-9E26-208E-2073C4CF9A19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288500" y="560289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AA9EAC87-A1BC-D7BE-106B-53CFDF197ED3}"/>
                  </a:ext>
                </a:extLst>
              </p14:cNvPr>
              <p14:cNvContentPartPr/>
              <p14:nvPr/>
            </p14:nvContentPartPr>
            <p14:xfrm>
              <a:off x="2110740" y="5059080"/>
              <a:ext cx="1713960" cy="3312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AA9EAC87-A1BC-D7BE-106B-53CFDF197ED3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074740" y="5023080"/>
                <a:ext cx="1785600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E7A1F050-541C-794B-3DE9-FB46E05661F4}"/>
                  </a:ext>
                </a:extLst>
              </p14:cNvPr>
              <p14:cNvContentPartPr/>
              <p14:nvPr/>
            </p14:nvContentPartPr>
            <p14:xfrm>
              <a:off x="12890500" y="2946500"/>
              <a:ext cx="360" cy="3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E7A1F050-541C-794B-3DE9-FB46E05661F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2854500" y="291050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7F29A832-059C-D0A6-3AA4-4DADB262E5D5}"/>
                  </a:ext>
                </a:extLst>
              </p14:cNvPr>
              <p14:cNvContentPartPr/>
              <p14:nvPr/>
            </p14:nvContentPartPr>
            <p14:xfrm>
              <a:off x="2895460" y="-63820"/>
              <a:ext cx="360" cy="3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7F29A832-059C-D0A6-3AA4-4DADB262E5D5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859460" y="-9946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BC69CC87-3F11-3F4D-2752-C8B25ED17FC9}"/>
                  </a:ext>
                </a:extLst>
              </p14:cNvPr>
              <p14:cNvContentPartPr/>
              <p14:nvPr/>
            </p14:nvContentPartPr>
            <p14:xfrm>
              <a:off x="-597260" y="2577860"/>
              <a:ext cx="360" cy="3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BC69CC87-3F11-3F4D-2752-C8B25ED17FC9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-632900" y="254186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83EB027D-DD68-ED94-3C3D-5A7931F655F1}"/>
                  </a:ext>
                </a:extLst>
              </p14:cNvPr>
              <p14:cNvContentPartPr/>
              <p14:nvPr/>
            </p14:nvContentPartPr>
            <p14:xfrm>
              <a:off x="253780" y="-165340"/>
              <a:ext cx="360" cy="3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83EB027D-DD68-ED94-3C3D-5A7931F655F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18140" y="-201340"/>
                <a:ext cx="72000" cy="7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7796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B22EB-EBB5-8F58-71FC-8EFF2039B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4E61E-E476-5B3E-ECB1-61A6B05BF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0534" y="619787"/>
            <a:ext cx="8596668" cy="1320800"/>
          </a:xfrm>
        </p:spPr>
        <p:txBody>
          <a:bodyPr/>
          <a:lstStyle/>
          <a:p>
            <a:pPr lvl="0">
              <a:lnSpc>
                <a:spcPts val="6308"/>
              </a:lnSpc>
            </a:pPr>
            <a:r>
              <a:rPr lang="en-US" i="1" dirty="0">
                <a:solidFill>
                  <a:schemeClr val="accent2">
                    <a:lumMod val="50000"/>
                  </a:schemeClr>
                </a:solidFill>
                <a:ea typeface="Cormorant Garamond Italics"/>
                <a:cs typeface="Cormorant Garamond Italics"/>
                <a:sym typeface="Cormorant Garamond Italics"/>
              </a:rPr>
              <a:t>  Console Demo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96F7FC-4F27-51E9-C798-6E6EA19A36F3}"/>
              </a:ext>
            </a:extLst>
          </p:cNvPr>
          <p:cNvSpPr txBox="1"/>
          <p:nvPr/>
        </p:nvSpPr>
        <p:spPr>
          <a:xfrm>
            <a:off x="1116900" y="1940587"/>
            <a:ext cx="7961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19A553C-AC4C-F60E-D71E-59056F1E44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4080" y="3978902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15C2CA-63CB-FE10-8539-C8BAFFF73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19" y="1940587"/>
            <a:ext cx="3549544" cy="23440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3D5EE07-47B7-7E82-46C1-232BF5D2B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3971" y="1906780"/>
            <a:ext cx="3665786" cy="23440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254D268-54FE-C0B5-E9FE-37FEDAF2A9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0534" y="4663926"/>
            <a:ext cx="3549544" cy="1591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835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A70E1-6582-9EDD-4A0E-83A921938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5D027-4AC3-6090-4003-A0A0B946B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254" y="890016"/>
            <a:ext cx="8596668" cy="1320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Conclusion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38692D-0598-9ED2-7DEC-1F7237247D3F}"/>
              </a:ext>
            </a:extLst>
          </p:cNvPr>
          <p:cNvSpPr txBox="1"/>
          <p:nvPr/>
        </p:nvSpPr>
        <p:spPr>
          <a:xfrm>
            <a:off x="1116900" y="1865654"/>
            <a:ext cx="796137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Developed a secure console-based Password Manager for storing and  managing passwords safely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2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Allows users to create, update, view, delete, and search passwords with master password protection</a:t>
            </a:r>
            <a:endParaRPr lang="en-US" dirty="0">
              <a:solidFill>
                <a:schemeClr val="tx2">
                  <a:lumMod val="50000"/>
                </a:schemeClr>
              </a:solidFill>
              <a:latin typeface="+mj-lt"/>
              <a:ea typeface="Glacial Indifference"/>
              <a:cs typeface="Arial" panose="020B0604020202020204" pitchFamily="34" charset="0"/>
              <a:sym typeface="Glacial Indifference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2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Implements password encryption and security questions for enhanced data protection</a:t>
            </a:r>
            <a:endParaRPr lang="en-US" dirty="0">
              <a:solidFill>
                <a:schemeClr val="tx2">
                  <a:lumMod val="50000"/>
                </a:schemeClr>
              </a:solidFill>
              <a:latin typeface="+mj-lt"/>
              <a:ea typeface="Glacial Indifference"/>
              <a:cs typeface="Arial" panose="020B0604020202020204" pitchFamily="34" charset="0"/>
              <a:sym typeface="Glacial Indifference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Provides a simple and user-friendly console interface where  user can manage multiple account credentials securely and efficiently</a:t>
            </a:r>
          </a:p>
          <a:p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8BAED049-BD8E-E227-CEF4-1D5674DD50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4080" y="3978902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4332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F77C56B-4D4B-8096-BC78-117BECFFD7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6032" y="0"/>
            <a:ext cx="9201813" cy="4925568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9492473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159</TotalTime>
  <Words>277</Words>
  <Application>Microsoft Office PowerPoint</Application>
  <PresentationFormat>Widescreen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Cormorant Garamond Italics</vt:lpstr>
      <vt:lpstr>Sitka Display Semibold</vt:lpstr>
      <vt:lpstr>Trebuchet MS</vt:lpstr>
      <vt:lpstr>Wingdings</vt:lpstr>
      <vt:lpstr>Wingdings 3</vt:lpstr>
      <vt:lpstr>Facet</vt:lpstr>
      <vt:lpstr>RevPasswaord Manager</vt:lpstr>
      <vt:lpstr>INTRODUCTION</vt:lpstr>
      <vt:lpstr>Problem Statement</vt:lpstr>
      <vt:lpstr> Features</vt:lpstr>
      <vt:lpstr>Technology Used</vt:lpstr>
      <vt:lpstr>            Flowchart Representation</vt:lpstr>
      <vt:lpstr>Project- ERD</vt:lpstr>
      <vt:lpstr>  Console Demo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Shubhada Shingate</dc:creator>
  <cp:lastModifiedBy>Shubhada Shingate</cp:lastModifiedBy>
  <cp:revision>29</cp:revision>
  <dcterms:created xsi:type="dcterms:W3CDTF">2026-01-29T04:39:30Z</dcterms:created>
  <dcterms:modified xsi:type="dcterms:W3CDTF">2026-01-31T04:46:18Z</dcterms:modified>
</cp:coreProperties>
</file>